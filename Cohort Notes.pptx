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368" r:id="rId3"/>
    <p:sldId id="268" r:id="rId4"/>
    <p:sldId id="257" r:id="rId5"/>
    <p:sldId id="258" r:id="rId6"/>
    <p:sldId id="259" r:id="rId7"/>
    <p:sldId id="260" r:id="rId8"/>
    <p:sldId id="261" r:id="rId9"/>
    <p:sldId id="285" r:id="rId10"/>
    <p:sldId id="262" r:id="rId11"/>
    <p:sldId id="286" r:id="rId12"/>
    <p:sldId id="269" r:id="rId13"/>
    <p:sldId id="372" r:id="rId14"/>
    <p:sldId id="270" r:id="rId15"/>
    <p:sldId id="271" r:id="rId16"/>
    <p:sldId id="287" r:id="rId17"/>
    <p:sldId id="272" r:id="rId18"/>
    <p:sldId id="274" r:id="rId19"/>
    <p:sldId id="369" r:id="rId20"/>
    <p:sldId id="370" r:id="rId21"/>
    <p:sldId id="371" r:id="rId22"/>
    <p:sldId id="275" r:id="rId23"/>
    <p:sldId id="276" r:id="rId24"/>
    <p:sldId id="277" r:id="rId25"/>
    <p:sldId id="278" r:id="rId26"/>
    <p:sldId id="279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D4A2BA-9D58-2047-924D-B8D60586C799}" v="7" dt="2025-11-18T16:30:48.5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95"/>
    <p:restoredTop sz="81155"/>
  </p:normalViewPr>
  <p:slideViewPr>
    <p:cSldViewPr snapToGrid="0">
      <p:cViewPr varScale="1">
        <p:scale>
          <a:sx n="101" d="100"/>
          <a:sy n="101" d="100"/>
        </p:scale>
        <p:origin x="11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gener, Maximilian" userId="00319a47-5df7-4a7f-b5fd-8c1aef3f7443" providerId="ADAL" clId="{CF2CAE99-D8F5-51A4-A68C-79C1C32033F6}"/>
    <pc:docChg chg="undo custSel addSld modSld">
      <pc:chgData name="Wegener, Maximilian" userId="00319a47-5df7-4a7f-b5fd-8c1aef3f7443" providerId="ADAL" clId="{CF2CAE99-D8F5-51A4-A68C-79C1C32033F6}" dt="2025-11-18T16:32:47.894" v="178" actId="1038"/>
      <pc:docMkLst>
        <pc:docMk/>
      </pc:docMkLst>
      <pc:sldChg chg="modSp mod">
        <pc:chgData name="Wegener, Maximilian" userId="00319a47-5df7-4a7f-b5fd-8c1aef3f7443" providerId="ADAL" clId="{CF2CAE99-D8F5-51A4-A68C-79C1C32033F6}" dt="2025-11-18T16:24:04.936" v="3" actId="20577"/>
        <pc:sldMkLst>
          <pc:docMk/>
          <pc:sldMk cId="2367016627" sldId="368"/>
        </pc:sldMkLst>
        <pc:spChg chg="mod">
          <ac:chgData name="Wegener, Maximilian" userId="00319a47-5df7-4a7f-b5fd-8c1aef3f7443" providerId="ADAL" clId="{CF2CAE99-D8F5-51A4-A68C-79C1C32033F6}" dt="2025-11-18T16:24:04.936" v="3" actId="20577"/>
          <ac:spMkLst>
            <pc:docMk/>
            <pc:sldMk cId="2367016627" sldId="368"/>
            <ac:spMk id="7" creationId="{20166998-8E29-B59E-0AC6-67C25E4B7748}"/>
          </ac:spMkLst>
        </pc:spChg>
      </pc:sldChg>
      <pc:sldChg chg="addSp delSp modSp new mod">
        <pc:chgData name="Wegener, Maximilian" userId="00319a47-5df7-4a7f-b5fd-8c1aef3f7443" providerId="ADAL" clId="{CF2CAE99-D8F5-51A4-A68C-79C1C32033F6}" dt="2025-11-18T16:32:47.894" v="178" actId="1038"/>
        <pc:sldMkLst>
          <pc:docMk/>
          <pc:sldMk cId="1575258225" sldId="372"/>
        </pc:sldMkLst>
        <pc:spChg chg="mod">
          <ac:chgData name="Wegener, Maximilian" userId="00319a47-5df7-4a7f-b5fd-8c1aef3f7443" providerId="ADAL" clId="{CF2CAE99-D8F5-51A4-A68C-79C1C32033F6}" dt="2025-11-18T16:32:05.505" v="151" actId="14100"/>
          <ac:spMkLst>
            <pc:docMk/>
            <pc:sldMk cId="1575258225" sldId="372"/>
            <ac:spMk id="2" creationId="{5E225456-CC68-E134-203C-140093C19AD5}"/>
          </ac:spMkLst>
        </pc:spChg>
        <pc:spChg chg="del">
          <ac:chgData name="Wegener, Maximilian" userId="00319a47-5df7-4a7f-b5fd-8c1aef3f7443" providerId="ADAL" clId="{CF2CAE99-D8F5-51A4-A68C-79C1C32033F6}" dt="2025-11-18T16:26:32.042" v="5" actId="478"/>
          <ac:spMkLst>
            <pc:docMk/>
            <pc:sldMk cId="1575258225" sldId="372"/>
            <ac:spMk id="3" creationId="{6BBFD975-96A1-A570-0897-E43585742782}"/>
          </ac:spMkLst>
        </pc:spChg>
        <pc:spChg chg="add mod">
          <ac:chgData name="Wegener, Maximilian" userId="00319a47-5df7-4a7f-b5fd-8c1aef3f7443" providerId="ADAL" clId="{CF2CAE99-D8F5-51A4-A68C-79C1C32033F6}" dt="2025-11-18T16:32:47.894" v="178" actId="1038"/>
          <ac:spMkLst>
            <pc:docMk/>
            <pc:sldMk cId="1575258225" sldId="372"/>
            <ac:spMk id="6" creationId="{C415303A-40DE-22B8-B8AD-94D83A4C48C9}"/>
          </ac:spMkLst>
        </pc:spChg>
        <pc:picChg chg="add mod">
          <ac:chgData name="Wegener, Maximilian" userId="00319a47-5df7-4a7f-b5fd-8c1aef3f7443" providerId="ADAL" clId="{CF2CAE99-D8F5-51A4-A68C-79C1C32033F6}" dt="2025-11-18T16:32:07.805" v="152" actId="1076"/>
          <ac:picMkLst>
            <pc:docMk/>
            <pc:sldMk cId="1575258225" sldId="372"/>
            <ac:picMk id="4" creationId="{FBFBA5D6-73B9-BE9D-0BBB-71F1B0BEF288}"/>
          </ac:picMkLst>
        </pc:picChg>
        <pc:picChg chg="add mod">
          <ac:chgData name="Wegener, Maximilian" userId="00319a47-5df7-4a7f-b5fd-8c1aef3f7443" providerId="ADAL" clId="{CF2CAE99-D8F5-51A4-A68C-79C1C32033F6}" dt="2025-11-18T16:32:27.374" v="168" actId="1036"/>
          <ac:picMkLst>
            <pc:docMk/>
            <pc:sldMk cId="1575258225" sldId="372"/>
            <ac:picMk id="5" creationId="{62CED047-5ABA-11FA-E553-A5BEF7C2E2D2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249F62-30CE-9042-9AED-A2AEB9BFD3EB}" type="doc">
      <dgm:prSet loTypeId="urn:microsoft.com/office/officeart/2005/8/layout/hierarchy4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2556F1-E3C1-BB45-874E-58A1D1812BEC}">
      <dgm:prSet/>
      <dgm:spPr/>
      <dgm:t>
        <a:bodyPr/>
        <a:lstStyle/>
        <a:p>
          <a:r>
            <a:rPr lang="en-US" dirty="0"/>
            <a:t>Measurements </a:t>
          </a:r>
        </a:p>
        <a:p>
          <a:r>
            <a:rPr lang="en-US" dirty="0"/>
            <a:t>(Domain)</a:t>
          </a:r>
        </a:p>
      </dgm:t>
    </dgm:pt>
    <dgm:pt modelId="{ADA19334-460C-9B4A-9147-B616CE39C3CB}" type="parTrans" cxnId="{1FD68A72-3D5A-AF4B-843E-B73D060BDD73}">
      <dgm:prSet/>
      <dgm:spPr/>
      <dgm:t>
        <a:bodyPr/>
        <a:lstStyle/>
        <a:p>
          <a:endParaRPr lang="en-US"/>
        </a:p>
      </dgm:t>
    </dgm:pt>
    <dgm:pt modelId="{50B5E7CF-BF1C-3B44-ABF3-06CC9ABAD175}" type="sibTrans" cxnId="{1FD68A72-3D5A-AF4B-843E-B73D060BDD73}">
      <dgm:prSet/>
      <dgm:spPr/>
      <dgm:t>
        <a:bodyPr/>
        <a:lstStyle/>
        <a:p>
          <a:endParaRPr lang="en-US"/>
        </a:p>
      </dgm:t>
    </dgm:pt>
    <dgm:pt modelId="{6C10E626-7573-0246-9461-7D6185093013}">
      <dgm:prSet/>
      <dgm:spPr/>
      <dgm:t>
        <a:bodyPr/>
        <a:lstStyle/>
        <a:p>
          <a:r>
            <a:rPr lang="en-US" dirty="0"/>
            <a:t>HCV RNA </a:t>
          </a:r>
        </a:p>
        <a:p>
          <a:r>
            <a:rPr lang="en-US" dirty="0"/>
            <a:t>(Concept)</a:t>
          </a:r>
        </a:p>
      </dgm:t>
    </dgm:pt>
    <dgm:pt modelId="{31DAF24D-F641-EF45-8319-50383AF01F45}" type="parTrans" cxnId="{AB61D253-A15A-D24A-AA41-DC656700B4D0}">
      <dgm:prSet/>
      <dgm:spPr/>
      <dgm:t>
        <a:bodyPr/>
        <a:lstStyle/>
        <a:p>
          <a:endParaRPr lang="en-US"/>
        </a:p>
      </dgm:t>
    </dgm:pt>
    <dgm:pt modelId="{910E5C33-F01C-364A-9FB8-0B44BA0C9D7E}" type="sibTrans" cxnId="{AB61D253-A15A-D24A-AA41-DC656700B4D0}">
      <dgm:prSet/>
      <dgm:spPr/>
      <dgm:t>
        <a:bodyPr/>
        <a:lstStyle/>
        <a:p>
          <a:endParaRPr lang="en-US"/>
        </a:p>
      </dgm:t>
    </dgm:pt>
    <dgm:pt modelId="{D0C64EAA-F180-B44B-A8CC-0A9EECA4D261}">
      <dgm:prSet/>
      <dgm:spPr/>
      <dgm:t>
        <a:bodyPr/>
        <a:lstStyle/>
        <a:p>
          <a:r>
            <a:rPr lang="en-US" dirty="0"/>
            <a:t>HBV surface antigen </a:t>
          </a:r>
        </a:p>
        <a:p>
          <a:r>
            <a:rPr lang="en-US" dirty="0"/>
            <a:t>(Concept)</a:t>
          </a:r>
        </a:p>
      </dgm:t>
    </dgm:pt>
    <dgm:pt modelId="{CCCA455C-E0CB-A149-B60D-C4E204FA0B84}" type="parTrans" cxnId="{D3725DDB-4520-5343-9E59-22345832B722}">
      <dgm:prSet/>
      <dgm:spPr/>
      <dgm:t>
        <a:bodyPr/>
        <a:lstStyle/>
        <a:p>
          <a:endParaRPr lang="en-US"/>
        </a:p>
      </dgm:t>
    </dgm:pt>
    <dgm:pt modelId="{FEBB7902-A278-DD46-8BC6-7ED3EAE5F813}" type="sibTrans" cxnId="{D3725DDB-4520-5343-9E59-22345832B722}">
      <dgm:prSet/>
      <dgm:spPr/>
      <dgm:t>
        <a:bodyPr/>
        <a:lstStyle/>
        <a:p>
          <a:endParaRPr lang="en-US"/>
        </a:p>
      </dgm:t>
    </dgm:pt>
    <dgm:pt modelId="{F27A03E4-BF0D-454B-B232-4B69D4FCEF85}">
      <dgm:prSet/>
      <dgm:spPr/>
      <dgm:t>
        <a:bodyPr/>
        <a:lstStyle/>
        <a:p>
          <a:r>
            <a:rPr lang="en-US" dirty="0"/>
            <a:t>HIV Ab </a:t>
          </a:r>
        </a:p>
        <a:p>
          <a:r>
            <a:rPr lang="en-US" dirty="0"/>
            <a:t>(Concept)</a:t>
          </a:r>
        </a:p>
      </dgm:t>
    </dgm:pt>
    <dgm:pt modelId="{63821A04-E3E3-B14A-A6EB-602D4E661892}" type="parTrans" cxnId="{3FF85C6D-FF12-0D40-983C-0A5EBBD24089}">
      <dgm:prSet/>
      <dgm:spPr/>
      <dgm:t>
        <a:bodyPr/>
        <a:lstStyle/>
        <a:p>
          <a:endParaRPr lang="en-US"/>
        </a:p>
      </dgm:t>
    </dgm:pt>
    <dgm:pt modelId="{1F7EF710-2CAE-2942-A621-E382855569B5}" type="sibTrans" cxnId="{3FF85C6D-FF12-0D40-983C-0A5EBBD24089}">
      <dgm:prSet/>
      <dgm:spPr/>
      <dgm:t>
        <a:bodyPr/>
        <a:lstStyle/>
        <a:p>
          <a:endParaRPr lang="en-US"/>
        </a:p>
      </dgm:t>
    </dgm:pt>
    <dgm:pt modelId="{90A88AAC-7229-104C-B436-289F0FD86029}">
      <dgm:prSet/>
      <dgm:spPr/>
      <dgm:t>
        <a:bodyPr/>
        <a:lstStyle/>
        <a:p>
          <a:r>
            <a:rPr lang="en-US" dirty="0"/>
            <a:t>HCV, HBV, HIV labs</a:t>
          </a:r>
        </a:p>
        <a:p>
          <a:r>
            <a:rPr lang="en-US" dirty="0"/>
            <a:t>(“Measurement” </a:t>
          </a:r>
          <a:r>
            <a:rPr lang="en-US" dirty="0">
              <a:latin typeface="Avenir Book" panose="02000503020000020003" pitchFamily="2" charset="0"/>
            </a:rPr>
            <a:t>Concept</a:t>
          </a:r>
          <a:r>
            <a:rPr lang="en-US" dirty="0"/>
            <a:t> Set)</a:t>
          </a:r>
        </a:p>
      </dgm:t>
    </dgm:pt>
    <dgm:pt modelId="{2249A61A-3D4E-154F-AE1B-374EE3E900A4}" type="parTrans" cxnId="{545A5CB3-D779-2C4D-8391-36AB26B243AB}">
      <dgm:prSet/>
      <dgm:spPr/>
      <dgm:t>
        <a:bodyPr/>
        <a:lstStyle/>
        <a:p>
          <a:endParaRPr lang="en-US"/>
        </a:p>
      </dgm:t>
    </dgm:pt>
    <dgm:pt modelId="{E6AF92F8-E977-F54D-8EC3-75D3D46A7CD9}" type="sibTrans" cxnId="{545A5CB3-D779-2C4D-8391-36AB26B243AB}">
      <dgm:prSet/>
      <dgm:spPr/>
      <dgm:t>
        <a:bodyPr/>
        <a:lstStyle/>
        <a:p>
          <a:endParaRPr lang="en-US"/>
        </a:p>
      </dgm:t>
    </dgm:pt>
    <dgm:pt modelId="{487B698C-331E-F346-B394-A981B02EEFED}" type="pres">
      <dgm:prSet presAssocID="{B5249F62-30CE-9042-9AED-A2AEB9BFD3EB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061C55E-C5AD-BD49-A495-B8E45F06F142}" type="pres">
      <dgm:prSet presAssocID="{6E2556F1-E3C1-BB45-874E-58A1D1812BEC}" presName="vertOne" presStyleCnt="0"/>
      <dgm:spPr/>
    </dgm:pt>
    <dgm:pt modelId="{3E4BD884-5CDE-BF48-9972-5090201A2E3A}" type="pres">
      <dgm:prSet presAssocID="{6E2556F1-E3C1-BB45-874E-58A1D1812BEC}" presName="txOne" presStyleLbl="node0" presStyleIdx="0" presStyleCnt="1">
        <dgm:presLayoutVars>
          <dgm:chPref val="3"/>
        </dgm:presLayoutVars>
      </dgm:prSet>
      <dgm:spPr/>
    </dgm:pt>
    <dgm:pt modelId="{52F87275-846E-3248-AC63-9AF54E3A7A7C}" type="pres">
      <dgm:prSet presAssocID="{6E2556F1-E3C1-BB45-874E-58A1D1812BEC}" presName="parTransOne" presStyleCnt="0"/>
      <dgm:spPr/>
    </dgm:pt>
    <dgm:pt modelId="{6E8FF806-FA36-594F-A1BA-84559B003394}" type="pres">
      <dgm:prSet presAssocID="{6E2556F1-E3C1-BB45-874E-58A1D1812BEC}" presName="horzOne" presStyleCnt="0"/>
      <dgm:spPr/>
    </dgm:pt>
    <dgm:pt modelId="{6FFF501B-EFF4-2141-A74B-A989B02664F3}" type="pres">
      <dgm:prSet presAssocID="{6C10E626-7573-0246-9461-7D6185093013}" presName="vertTwo" presStyleCnt="0"/>
      <dgm:spPr/>
    </dgm:pt>
    <dgm:pt modelId="{D1B077CC-2CAA-A844-8F00-C975737EC354}" type="pres">
      <dgm:prSet presAssocID="{6C10E626-7573-0246-9461-7D6185093013}" presName="txTwo" presStyleLbl="node2" presStyleIdx="0" presStyleCnt="3">
        <dgm:presLayoutVars>
          <dgm:chPref val="3"/>
        </dgm:presLayoutVars>
      </dgm:prSet>
      <dgm:spPr/>
    </dgm:pt>
    <dgm:pt modelId="{73449CD2-6F04-0842-9D8A-CB42073C076F}" type="pres">
      <dgm:prSet presAssocID="{6C10E626-7573-0246-9461-7D6185093013}" presName="horzTwo" presStyleCnt="0"/>
      <dgm:spPr/>
    </dgm:pt>
    <dgm:pt modelId="{814936FF-86FA-4940-A511-0C0938733AEF}" type="pres">
      <dgm:prSet presAssocID="{910E5C33-F01C-364A-9FB8-0B44BA0C9D7E}" presName="sibSpaceTwo" presStyleCnt="0"/>
      <dgm:spPr/>
    </dgm:pt>
    <dgm:pt modelId="{DB61D31F-C37E-904F-8157-5E748A66967C}" type="pres">
      <dgm:prSet presAssocID="{D0C64EAA-F180-B44B-A8CC-0A9EECA4D261}" presName="vertTwo" presStyleCnt="0"/>
      <dgm:spPr/>
    </dgm:pt>
    <dgm:pt modelId="{24A551BB-454C-514E-8DDD-EC891D022E9E}" type="pres">
      <dgm:prSet presAssocID="{D0C64EAA-F180-B44B-A8CC-0A9EECA4D261}" presName="txTwo" presStyleLbl="node2" presStyleIdx="1" presStyleCnt="3">
        <dgm:presLayoutVars>
          <dgm:chPref val="3"/>
        </dgm:presLayoutVars>
      </dgm:prSet>
      <dgm:spPr/>
    </dgm:pt>
    <dgm:pt modelId="{8C404072-A0D5-D948-A5BE-54704C073DF2}" type="pres">
      <dgm:prSet presAssocID="{D0C64EAA-F180-B44B-A8CC-0A9EECA4D261}" presName="horzTwo" presStyleCnt="0"/>
      <dgm:spPr/>
    </dgm:pt>
    <dgm:pt modelId="{125CE4C9-C8C6-DD4B-84BB-E8F3F27619EB}" type="pres">
      <dgm:prSet presAssocID="{FEBB7902-A278-DD46-8BC6-7ED3EAE5F813}" presName="sibSpaceTwo" presStyleCnt="0"/>
      <dgm:spPr/>
    </dgm:pt>
    <dgm:pt modelId="{7BFE976B-364A-A94E-80A8-CD431F3AE319}" type="pres">
      <dgm:prSet presAssocID="{F27A03E4-BF0D-454B-B232-4B69D4FCEF85}" presName="vertTwo" presStyleCnt="0"/>
      <dgm:spPr/>
    </dgm:pt>
    <dgm:pt modelId="{F71C91BA-3FF3-5D4A-A3C2-7BF050E31AE7}" type="pres">
      <dgm:prSet presAssocID="{F27A03E4-BF0D-454B-B232-4B69D4FCEF85}" presName="txTwo" presStyleLbl="node2" presStyleIdx="2" presStyleCnt="3">
        <dgm:presLayoutVars>
          <dgm:chPref val="3"/>
        </dgm:presLayoutVars>
      </dgm:prSet>
      <dgm:spPr/>
    </dgm:pt>
    <dgm:pt modelId="{2D74488C-536B-D748-822D-FC9A13839A21}" type="pres">
      <dgm:prSet presAssocID="{F27A03E4-BF0D-454B-B232-4B69D4FCEF85}" presName="parTransTwo" presStyleCnt="0"/>
      <dgm:spPr/>
    </dgm:pt>
    <dgm:pt modelId="{12AB2086-24F7-8544-927D-3CB5C814A461}" type="pres">
      <dgm:prSet presAssocID="{F27A03E4-BF0D-454B-B232-4B69D4FCEF85}" presName="horzTwo" presStyleCnt="0"/>
      <dgm:spPr/>
    </dgm:pt>
    <dgm:pt modelId="{36AB126C-5FCC-3B43-8CDA-B38C9CFF0C24}" type="pres">
      <dgm:prSet presAssocID="{90A88AAC-7229-104C-B436-289F0FD86029}" presName="vertThree" presStyleCnt="0"/>
      <dgm:spPr/>
    </dgm:pt>
    <dgm:pt modelId="{DD78D3D3-E9D3-1B47-9AEF-70E2E20C88B0}" type="pres">
      <dgm:prSet presAssocID="{90A88AAC-7229-104C-B436-289F0FD86029}" presName="txThree" presStyleLbl="node3" presStyleIdx="0" presStyleCnt="1" custScaleX="148158" custLinFactX="-21518" custLinFactNeighborX="-100000" custLinFactNeighborY="-9188">
        <dgm:presLayoutVars>
          <dgm:chPref val="3"/>
        </dgm:presLayoutVars>
      </dgm:prSet>
      <dgm:spPr/>
    </dgm:pt>
    <dgm:pt modelId="{5571BD1E-688C-024A-BC97-D517C2CF0F70}" type="pres">
      <dgm:prSet presAssocID="{90A88AAC-7229-104C-B436-289F0FD86029}" presName="horzThree" presStyleCnt="0"/>
      <dgm:spPr/>
    </dgm:pt>
  </dgm:ptLst>
  <dgm:cxnLst>
    <dgm:cxn modelId="{13EE2F1F-BCBE-2A45-AA99-F29D721D3A92}" type="presOf" srcId="{D0C64EAA-F180-B44B-A8CC-0A9EECA4D261}" destId="{24A551BB-454C-514E-8DDD-EC891D022E9E}" srcOrd="0" destOrd="0" presId="urn:microsoft.com/office/officeart/2005/8/layout/hierarchy4"/>
    <dgm:cxn modelId="{0204A82D-7217-3548-8C98-9118FE0A2BF1}" type="presOf" srcId="{6E2556F1-E3C1-BB45-874E-58A1D1812BEC}" destId="{3E4BD884-5CDE-BF48-9972-5090201A2E3A}" srcOrd="0" destOrd="0" presId="urn:microsoft.com/office/officeart/2005/8/layout/hierarchy4"/>
    <dgm:cxn modelId="{AB61D253-A15A-D24A-AA41-DC656700B4D0}" srcId="{6E2556F1-E3C1-BB45-874E-58A1D1812BEC}" destId="{6C10E626-7573-0246-9461-7D6185093013}" srcOrd="0" destOrd="0" parTransId="{31DAF24D-F641-EF45-8319-50383AF01F45}" sibTransId="{910E5C33-F01C-364A-9FB8-0B44BA0C9D7E}"/>
    <dgm:cxn modelId="{000B6B57-4B76-C74B-9D33-46FFC62C33E6}" type="presOf" srcId="{90A88AAC-7229-104C-B436-289F0FD86029}" destId="{DD78D3D3-E9D3-1B47-9AEF-70E2E20C88B0}" srcOrd="0" destOrd="0" presId="urn:microsoft.com/office/officeart/2005/8/layout/hierarchy4"/>
    <dgm:cxn modelId="{3FF85C6D-FF12-0D40-983C-0A5EBBD24089}" srcId="{6E2556F1-E3C1-BB45-874E-58A1D1812BEC}" destId="{F27A03E4-BF0D-454B-B232-4B69D4FCEF85}" srcOrd="2" destOrd="0" parTransId="{63821A04-E3E3-B14A-A6EB-602D4E661892}" sibTransId="{1F7EF710-2CAE-2942-A621-E382855569B5}"/>
    <dgm:cxn modelId="{1FD68A72-3D5A-AF4B-843E-B73D060BDD73}" srcId="{B5249F62-30CE-9042-9AED-A2AEB9BFD3EB}" destId="{6E2556F1-E3C1-BB45-874E-58A1D1812BEC}" srcOrd="0" destOrd="0" parTransId="{ADA19334-460C-9B4A-9147-B616CE39C3CB}" sibTransId="{50B5E7CF-BF1C-3B44-ABF3-06CC9ABAD175}"/>
    <dgm:cxn modelId="{87633290-E2F8-4B48-A708-67C1DB2BA3A2}" type="presOf" srcId="{B5249F62-30CE-9042-9AED-A2AEB9BFD3EB}" destId="{487B698C-331E-F346-B394-A981B02EEFED}" srcOrd="0" destOrd="0" presId="urn:microsoft.com/office/officeart/2005/8/layout/hierarchy4"/>
    <dgm:cxn modelId="{8F955A91-30F0-0844-9BFA-B37AE21F153F}" type="presOf" srcId="{F27A03E4-BF0D-454B-B232-4B69D4FCEF85}" destId="{F71C91BA-3FF3-5D4A-A3C2-7BF050E31AE7}" srcOrd="0" destOrd="0" presId="urn:microsoft.com/office/officeart/2005/8/layout/hierarchy4"/>
    <dgm:cxn modelId="{545A5CB3-D779-2C4D-8391-36AB26B243AB}" srcId="{F27A03E4-BF0D-454B-B232-4B69D4FCEF85}" destId="{90A88AAC-7229-104C-B436-289F0FD86029}" srcOrd="0" destOrd="0" parTransId="{2249A61A-3D4E-154F-AE1B-374EE3E900A4}" sibTransId="{E6AF92F8-E977-F54D-8EC3-75D3D46A7CD9}"/>
    <dgm:cxn modelId="{D3725DDB-4520-5343-9E59-22345832B722}" srcId="{6E2556F1-E3C1-BB45-874E-58A1D1812BEC}" destId="{D0C64EAA-F180-B44B-A8CC-0A9EECA4D261}" srcOrd="1" destOrd="0" parTransId="{CCCA455C-E0CB-A149-B60D-C4E204FA0B84}" sibTransId="{FEBB7902-A278-DD46-8BC6-7ED3EAE5F813}"/>
    <dgm:cxn modelId="{01B7BAED-6C24-5C4E-A7FF-44CB3CDB51FE}" type="presOf" srcId="{6C10E626-7573-0246-9461-7D6185093013}" destId="{D1B077CC-2CAA-A844-8F00-C975737EC354}" srcOrd="0" destOrd="0" presId="urn:microsoft.com/office/officeart/2005/8/layout/hierarchy4"/>
    <dgm:cxn modelId="{9C111935-E04C-5448-93C0-834522B3E577}" type="presParOf" srcId="{487B698C-331E-F346-B394-A981B02EEFED}" destId="{4061C55E-C5AD-BD49-A495-B8E45F06F142}" srcOrd="0" destOrd="0" presId="urn:microsoft.com/office/officeart/2005/8/layout/hierarchy4"/>
    <dgm:cxn modelId="{61E20CDD-E544-5A49-9477-948E53AEF841}" type="presParOf" srcId="{4061C55E-C5AD-BD49-A495-B8E45F06F142}" destId="{3E4BD884-5CDE-BF48-9972-5090201A2E3A}" srcOrd="0" destOrd="0" presId="urn:microsoft.com/office/officeart/2005/8/layout/hierarchy4"/>
    <dgm:cxn modelId="{32629CB1-0655-2E40-A416-8510A5989D21}" type="presParOf" srcId="{4061C55E-C5AD-BD49-A495-B8E45F06F142}" destId="{52F87275-846E-3248-AC63-9AF54E3A7A7C}" srcOrd="1" destOrd="0" presId="urn:microsoft.com/office/officeart/2005/8/layout/hierarchy4"/>
    <dgm:cxn modelId="{302929D2-51A5-C94B-8386-C3555B529776}" type="presParOf" srcId="{4061C55E-C5AD-BD49-A495-B8E45F06F142}" destId="{6E8FF806-FA36-594F-A1BA-84559B003394}" srcOrd="2" destOrd="0" presId="urn:microsoft.com/office/officeart/2005/8/layout/hierarchy4"/>
    <dgm:cxn modelId="{4C89ACC1-98B5-7547-AB8C-69D75BC5B65A}" type="presParOf" srcId="{6E8FF806-FA36-594F-A1BA-84559B003394}" destId="{6FFF501B-EFF4-2141-A74B-A989B02664F3}" srcOrd="0" destOrd="0" presId="urn:microsoft.com/office/officeart/2005/8/layout/hierarchy4"/>
    <dgm:cxn modelId="{960F7B5E-0754-8048-A8C9-A1CFD1BC99FA}" type="presParOf" srcId="{6FFF501B-EFF4-2141-A74B-A989B02664F3}" destId="{D1B077CC-2CAA-A844-8F00-C975737EC354}" srcOrd="0" destOrd="0" presId="urn:microsoft.com/office/officeart/2005/8/layout/hierarchy4"/>
    <dgm:cxn modelId="{07FB6410-17F9-5245-8290-EFC888653E47}" type="presParOf" srcId="{6FFF501B-EFF4-2141-A74B-A989B02664F3}" destId="{73449CD2-6F04-0842-9D8A-CB42073C076F}" srcOrd="1" destOrd="0" presId="urn:microsoft.com/office/officeart/2005/8/layout/hierarchy4"/>
    <dgm:cxn modelId="{649D7CF9-3DEC-7643-9F1C-4B09BBF4D27D}" type="presParOf" srcId="{6E8FF806-FA36-594F-A1BA-84559B003394}" destId="{814936FF-86FA-4940-A511-0C0938733AEF}" srcOrd="1" destOrd="0" presId="urn:microsoft.com/office/officeart/2005/8/layout/hierarchy4"/>
    <dgm:cxn modelId="{50A88105-63B8-E34D-9336-0C0AA8FD0B24}" type="presParOf" srcId="{6E8FF806-FA36-594F-A1BA-84559B003394}" destId="{DB61D31F-C37E-904F-8157-5E748A66967C}" srcOrd="2" destOrd="0" presId="urn:microsoft.com/office/officeart/2005/8/layout/hierarchy4"/>
    <dgm:cxn modelId="{F4F45662-6DD9-6D42-948C-D389A26C153F}" type="presParOf" srcId="{DB61D31F-C37E-904F-8157-5E748A66967C}" destId="{24A551BB-454C-514E-8DDD-EC891D022E9E}" srcOrd="0" destOrd="0" presId="urn:microsoft.com/office/officeart/2005/8/layout/hierarchy4"/>
    <dgm:cxn modelId="{604100AC-F936-2F47-91CB-0B0235B6083E}" type="presParOf" srcId="{DB61D31F-C37E-904F-8157-5E748A66967C}" destId="{8C404072-A0D5-D948-A5BE-54704C073DF2}" srcOrd="1" destOrd="0" presId="urn:microsoft.com/office/officeart/2005/8/layout/hierarchy4"/>
    <dgm:cxn modelId="{E58E188F-06F4-C748-A78C-2006BF17B53C}" type="presParOf" srcId="{6E8FF806-FA36-594F-A1BA-84559B003394}" destId="{125CE4C9-C8C6-DD4B-84BB-E8F3F27619EB}" srcOrd="3" destOrd="0" presId="urn:microsoft.com/office/officeart/2005/8/layout/hierarchy4"/>
    <dgm:cxn modelId="{3085F8E7-6EC6-CD4F-A32A-BD6302964577}" type="presParOf" srcId="{6E8FF806-FA36-594F-A1BA-84559B003394}" destId="{7BFE976B-364A-A94E-80A8-CD431F3AE319}" srcOrd="4" destOrd="0" presId="urn:microsoft.com/office/officeart/2005/8/layout/hierarchy4"/>
    <dgm:cxn modelId="{E30CBB28-BE24-5A45-B583-A6C143E878EB}" type="presParOf" srcId="{7BFE976B-364A-A94E-80A8-CD431F3AE319}" destId="{F71C91BA-3FF3-5D4A-A3C2-7BF050E31AE7}" srcOrd="0" destOrd="0" presId="urn:microsoft.com/office/officeart/2005/8/layout/hierarchy4"/>
    <dgm:cxn modelId="{65B520F2-302E-F94C-BE6C-1E057885D4F2}" type="presParOf" srcId="{7BFE976B-364A-A94E-80A8-CD431F3AE319}" destId="{2D74488C-536B-D748-822D-FC9A13839A21}" srcOrd="1" destOrd="0" presId="urn:microsoft.com/office/officeart/2005/8/layout/hierarchy4"/>
    <dgm:cxn modelId="{7555E703-B502-5F4E-AA45-54B8B4B019E8}" type="presParOf" srcId="{7BFE976B-364A-A94E-80A8-CD431F3AE319}" destId="{12AB2086-24F7-8544-927D-3CB5C814A461}" srcOrd="2" destOrd="0" presId="urn:microsoft.com/office/officeart/2005/8/layout/hierarchy4"/>
    <dgm:cxn modelId="{1CD69F52-8817-B349-B856-840A99239CB8}" type="presParOf" srcId="{12AB2086-24F7-8544-927D-3CB5C814A461}" destId="{36AB126C-5FCC-3B43-8CDA-B38C9CFF0C24}" srcOrd="0" destOrd="0" presId="urn:microsoft.com/office/officeart/2005/8/layout/hierarchy4"/>
    <dgm:cxn modelId="{C68E10F8-6DFC-694A-A33C-75162535ECA0}" type="presParOf" srcId="{36AB126C-5FCC-3B43-8CDA-B38C9CFF0C24}" destId="{DD78D3D3-E9D3-1B47-9AEF-70E2E20C88B0}" srcOrd="0" destOrd="0" presId="urn:microsoft.com/office/officeart/2005/8/layout/hierarchy4"/>
    <dgm:cxn modelId="{23C37FBE-A688-FA43-952C-5DF0DC4EFF2F}" type="presParOf" srcId="{36AB126C-5FCC-3B43-8CDA-B38C9CFF0C24}" destId="{5571BD1E-688C-024A-BC97-D517C2CF0F70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5363227-6E86-AA43-9DBE-A8AC6B4BCF46}" type="doc">
      <dgm:prSet loTypeId="urn:microsoft.com/office/officeart/2005/8/layout/hierarchy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1C6CD16-2779-CD40-8010-3F2D77154F7A}">
      <dgm:prSet phldrT="[Text]"/>
      <dgm:spPr/>
      <dgm:t>
        <a:bodyPr/>
        <a:lstStyle/>
        <a:p>
          <a:r>
            <a:rPr lang="en-US" dirty="0"/>
            <a:t>Heart disease</a:t>
          </a:r>
        </a:p>
      </dgm:t>
    </dgm:pt>
    <dgm:pt modelId="{C3E2937B-01E1-FE4C-A307-391FF97CA389}" type="parTrans" cxnId="{97D9B946-DF21-6D4C-BA53-79C157949ADA}">
      <dgm:prSet/>
      <dgm:spPr/>
      <dgm:t>
        <a:bodyPr/>
        <a:lstStyle/>
        <a:p>
          <a:endParaRPr lang="en-US"/>
        </a:p>
      </dgm:t>
    </dgm:pt>
    <dgm:pt modelId="{7E6F3BF8-61BB-5140-B219-C6C24F333F46}" type="sibTrans" cxnId="{97D9B946-DF21-6D4C-BA53-79C157949ADA}">
      <dgm:prSet/>
      <dgm:spPr/>
      <dgm:t>
        <a:bodyPr/>
        <a:lstStyle/>
        <a:p>
          <a:endParaRPr lang="en-US"/>
        </a:p>
      </dgm:t>
    </dgm:pt>
    <dgm:pt modelId="{9F3676FF-94D9-F54A-BC32-96CFA26312C8}">
      <dgm:prSet phldrT="[Text]"/>
      <dgm:spPr/>
      <dgm:t>
        <a:bodyPr/>
        <a:lstStyle/>
        <a:p>
          <a:r>
            <a:rPr lang="en-US" dirty="0"/>
            <a:t>Acute heart disease</a:t>
          </a:r>
        </a:p>
      </dgm:t>
    </dgm:pt>
    <dgm:pt modelId="{0522DA5C-FBDC-9449-9A57-E8D3C662C728}" type="parTrans" cxnId="{1B0906B8-5AE5-454C-B4AA-81A7FB09E1EF}">
      <dgm:prSet/>
      <dgm:spPr/>
      <dgm:t>
        <a:bodyPr/>
        <a:lstStyle/>
        <a:p>
          <a:endParaRPr lang="en-US"/>
        </a:p>
      </dgm:t>
    </dgm:pt>
    <dgm:pt modelId="{AD979E7E-43BF-EF45-921A-199AF1C9CE82}" type="sibTrans" cxnId="{1B0906B8-5AE5-454C-B4AA-81A7FB09E1EF}">
      <dgm:prSet/>
      <dgm:spPr/>
      <dgm:t>
        <a:bodyPr/>
        <a:lstStyle/>
        <a:p>
          <a:endParaRPr lang="en-US"/>
        </a:p>
      </dgm:t>
    </dgm:pt>
    <dgm:pt modelId="{AF370BE0-D668-F94E-AF1B-9CD669EA8856}">
      <dgm:prSet phldrT="[Text]"/>
      <dgm:spPr/>
      <dgm:t>
        <a:bodyPr/>
        <a:lstStyle/>
        <a:p>
          <a:r>
            <a:rPr lang="en-US" dirty="0"/>
            <a:t>Athlete's heart</a:t>
          </a:r>
        </a:p>
      </dgm:t>
    </dgm:pt>
    <dgm:pt modelId="{304DA6B0-F6C4-8A4E-ACC9-DC2FA2D4DDFF}" type="parTrans" cxnId="{D2C42065-DE6A-E544-8332-424F7E362653}">
      <dgm:prSet/>
      <dgm:spPr/>
      <dgm:t>
        <a:bodyPr/>
        <a:lstStyle/>
        <a:p>
          <a:endParaRPr lang="en-US"/>
        </a:p>
      </dgm:t>
    </dgm:pt>
    <dgm:pt modelId="{C981A65B-DD5B-0041-B5F9-A8AD67ABD0DB}" type="sibTrans" cxnId="{D2C42065-DE6A-E544-8332-424F7E362653}">
      <dgm:prSet/>
      <dgm:spPr/>
      <dgm:t>
        <a:bodyPr/>
        <a:lstStyle/>
        <a:p>
          <a:endParaRPr lang="en-US"/>
        </a:p>
      </dgm:t>
    </dgm:pt>
    <dgm:pt modelId="{C417E01D-F827-9746-86C8-5A6C32CEC114}">
      <dgm:prSet phldrT="[Text]"/>
      <dgm:spPr/>
      <dgm:t>
        <a:bodyPr/>
        <a:lstStyle/>
        <a:p>
          <a:r>
            <a:rPr lang="en-US" dirty="0"/>
            <a:t>Cardiac arrhythmia</a:t>
          </a:r>
        </a:p>
      </dgm:t>
    </dgm:pt>
    <dgm:pt modelId="{14A2E2CB-C2A3-A544-9872-9D64E1A28B66}" type="parTrans" cxnId="{35AB7EC5-6C1D-9448-B808-6B5C433E4F0B}">
      <dgm:prSet/>
      <dgm:spPr/>
      <dgm:t>
        <a:bodyPr/>
        <a:lstStyle/>
        <a:p>
          <a:endParaRPr lang="en-US"/>
        </a:p>
      </dgm:t>
    </dgm:pt>
    <dgm:pt modelId="{4AF1BA4C-89E9-0E41-B21F-9EB96431971A}" type="sibTrans" cxnId="{35AB7EC5-6C1D-9448-B808-6B5C433E4F0B}">
      <dgm:prSet/>
      <dgm:spPr/>
      <dgm:t>
        <a:bodyPr/>
        <a:lstStyle/>
        <a:p>
          <a:endParaRPr lang="en-US"/>
        </a:p>
      </dgm:t>
    </dgm:pt>
    <dgm:pt modelId="{AF3EACD1-05E0-F145-AD1A-089542EBFD2A}">
      <dgm:prSet/>
      <dgm:spPr/>
      <dgm:t>
        <a:bodyPr/>
        <a:lstStyle/>
        <a:p>
          <a:r>
            <a:rPr lang="en-US" dirty="0"/>
            <a:t>Cardiac arrest</a:t>
          </a:r>
        </a:p>
      </dgm:t>
    </dgm:pt>
    <dgm:pt modelId="{B37A6EA9-78A4-504E-8197-FC765E6535C0}" type="parTrans" cxnId="{FC620447-9E54-024B-8403-E31039E7365B}">
      <dgm:prSet/>
      <dgm:spPr/>
      <dgm:t>
        <a:bodyPr/>
        <a:lstStyle/>
        <a:p>
          <a:endParaRPr lang="en-US"/>
        </a:p>
      </dgm:t>
    </dgm:pt>
    <dgm:pt modelId="{8C500C70-D0EA-004D-B77F-2AA39E6A3D02}" type="sibTrans" cxnId="{FC620447-9E54-024B-8403-E31039E7365B}">
      <dgm:prSet/>
      <dgm:spPr/>
      <dgm:t>
        <a:bodyPr/>
        <a:lstStyle/>
        <a:p>
          <a:endParaRPr lang="en-US"/>
        </a:p>
      </dgm:t>
    </dgm:pt>
    <dgm:pt modelId="{4710E373-3EC1-B644-B79A-E563C1933574}">
      <dgm:prSet/>
      <dgm:spPr/>
      <dgm:t>
        <a:bodyPr/>
        <a:lstStyle/>
        <a:p>
          <a:r>
            <a:rPr lang="en-US" dirty="0"/>
            <a:t>Supraventricular arrythmia</a:t>
          </a:r>
        </a:p>
      </dgm:t>
    </dgm:pt>
    <dgm:pt modelId="{F92E98F3-137A-CB47-83A1-2B09C8594BA7}" type="parTrans" cxnId="{EE1EF849-5D8B-8246-A673-9D874912A815}">
      <dgm:prSet/>
      <dgm:spPr/>
      <dgm:t>
        <a:bodyPr/>
        <a:lstStyle/>
        <a:p>
          <a:endParaRPr lang="en-US"/>
        </a:p>
      </dgm:t>
    </dgm:pt>
    <dgm:pt modelId="{CCB95A86-9DD3-9542-BBBD-C9D1E82BC8A5}" type="sibTrans" cxnId="{EE1EF849-5D8B-8246-A673-9D874912A815}">
      <dgm:prSet/>
      <dgm:spPr/>
      <dgm:t>
        <a:bodyPr/>
        <a:lstStyle/>
        <a:p>
          <a:endParaRPr lang="en-US"/>
        </a:p>
      </dgm:t>
    </dgm:pt>
    <dgm:pt modelId="{7954507D-600A-0A4F-8CBC-239B3E9FC6B6}">
      <dgm:prSet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US" dirty="0"/>
            <a:t>Atrial fibrillation</a:t>
          </a:r>
        </a:p>
      </dgm:t>
    </dgm:pt>
    <dgm:pt modelId="{3E19AB49-D0E3-654F-8965-D16D5847856E}" type="parTrans" cxnId="{701D7618-A4E6-544C-8374-053A8714E38D}">
      <dgm:prSet/>
      <dgm:spPr/>
      <dgm:t>
        <a:bodyPr/>
        <a:lstStyle/>
        <a:p>
          <a:endParaRPr lang="en-US"/>
        </a:p>
      </dgm:t>
    </dgm:pt>
    <dgm:pt modelId="{CB63FE1D-3111-7B4A-A9A9-CA2EFD4BD362}" type="sibTrans" cxnId="{701D7618-A4E6-544C-8374-053A8714E38D}">
      <dgm:prSet/>
      <dgm:spPr/>
      <dgm:t>
        <a:bodyPr/>
        <a:lstStyle/>
        <a:p>
          <a:endParaRPr lang="en-US"/>
        </a:p>
      </dgm:t>
    </dgm:pt>
    <dgm:pt modelId="{494077E8-5E6D-5B4E-9FB2-0A17A295C47C}">
      <dgm:prSet/>
      <dgm:spPr/>
      <dgm:t>
        <a:bodyPr/>
        <a:lstStyle/>
        <a:p>
          <a:r>
            <a:rPr lang="en-US" dirty="0"/>
            <a:t>Etc.</a:t>
          </a:r>
        </a:p>
      </dgm:t>
    </dgm:pt>
    <dgm:pt modelId="{BA69E823-7A07-F34B-A06D-0AE38CCB1F96}" type="parTrans" cxnId="{39D68D21-4A25-5C45-8DF4-23B18D81CD56}">
      <dgm:prSet/>
      <dgm:spPr/>
      <dgm:t>
        <a:bodyPr/>
        <a:lstStyle/>
        <a:p>
          <a:endParaRPr lang="en-US"/>
        </a:p>
      </dgm:t>
    </dgm:pt>
    <dgm:pt modelId="{504470BC-A19A-C645-9767-8A4701A526AF}" type="sibTrans" cxnId="{39D68D21-4A25-5C45-8DF4-23B18D81CD56}">
      <dgm:prSet/>
      <dgm:spPr/>
      <dgm:t>
        <a:bodyPr/>
        <a:lstStyle/>
        <a:p>
          <a:endParaRPr lang="en-US"/>
        </a:p>
      </dgm:t>
    </dgm:pt>
    <dgm:pt modelId="{5BB98DEA-3F2A-A544-92EB-F67EF402D31D}">
      <dgm:prSet/>
      <dgm:spPr/>
      <dgm:t>
        <a:bodyPr/>
        <a:lstStyle/>
        <a:p>
          <a:r>
            <a:rPr lang="en-US" dirty="0"/>
            <a:t>Etc.</a:t>
          </a:r>
        </a:p>
      </dgm:t>
    </dgm:pt>
    <dgm:pt modelId="{95A7CD37-315A-9C42-BE0D-C8499652D7B1}" type="parTrans" cxnId="{220ABDB6-C557-944E-9589-D3F0BDDC6B15}">
      <dgm:prSet/>
      <dgm:spPr/>
      <dgm:t>
        <a:bodyPr/>
        <a:lstStyle/>
        <a:p>
          <a:endParaRPr lang="en-US"/>
        </a:p>
      </dgm:t>
    </dgm:pt>
    <dgm:pt modelId="{EB05DE2D-BCB1-C64E-A28F-E3974537225F}" type="sibTrans" cxnId="{220ABDB6-C557-944E-9589-D3F0BDDC6B15}">
      <dgm:prSet/>
      <dgm:spPr/>
      <dgm:t>
        <a:bodyPr/>
        <a:lstStyle/>
        <a:p>
          <a:endParaRPr lang="en-US"/>
        </a:p>
      </dgm:t>
    </dgm:pt>
    <dgm:pt modelId="{CDF369F9-6C67-4442-B549-B6A157A4C406}">
      <dgm:prSet/>
      <dgm:spPr/>
      <dgm:t>
        <a:bodyPr/>
        <a:lstStyle/>
        <a:p>
          <a:r>
            <a:rPr lang="en-US" dirty="0"/>
            <a:t>Etc.</a:t>
          </a:r>
        </a:p>
      </dgm:t>
    </dgm:pt>
    <dgm:pt modelId="{94752E68-9B48-7849-88FE-AA1BA01496C4}" type="parTrans" cxnId="{6156658D-5C6A-2548-AB1B-477051BA94EE}">
      <dgm:prSet/>
      <dgm:spPr/>
      <dgm:t>
        <a:bodyPr/>
        <a:lstStyle/>
        <a:p>
          <a:endParaRPr lang="en-US"/>
        </a:p>
      </dgm:t>
    </dgm:pt>
    <dgm:pt modelId="{279FDCA9-3864-EC4D-9055-C8A12C9D917B}" type="sibTrans" cxnId="{6156658D-5C6A-2548-AB1B-477051BA94EE}">
      <dgm:prSet/>
      <dgm:spPr/>
      <dgm:t>
        <a:bodyPr/>
        <a:lstStyle/>
        <a:p>
          <a:endParaRPr lang="en-US"/>
        </a:p>
      </dgm:t>
    </dgm:pt>
    <dgm:pt modelId="{CDDEC35A-B282-8D40-96B3-39C09794D930}" type="pres">
      <dgm:prSet presAssocID="{F5363227-6E86-AA43-9DBE-A8AC6B4BCF4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02BD740-0ECC-5542-B3FB-C90C400619E2}" type="pres">
      <dgm:prSet presAssocID="{71C6CD16-2779-CD40-8010-3F2D77154F7A}" presName="hierRoot1" presStyleCnt="0"/>
      <dgm:spPr/>
    </dgm:pt>
    <dgm:pt modelId="{88049DD4-A468-E146-A503-21F28675D727}" type="pres">
      <dgm:prSet presAssocID="{71C6CD16-2779-CD40-8010-3F2D77154F7A}" presName="composite" presStyleCnt="0"/>
      <dgm:spPr/>
    </dgm:pt>
    <dgm:pt modelId="{07328983-37D5-9B43-BC65-1303DA9E504B}" type="pres">
      <dgm:prSet presAssocID="{71C6CD16-2779-CD40-8010-3F2D77154F7A}" presName="background" presStyleLbl="node0" presStyleIdx="0" presStyleCnt="1"/>
      <dgm:spPr>
        <a:noFill/>
        <a:ln>
          <a:noFill/>
        </a:ln>
      </dgm:spPr>
    </dgm:pt>
    <dgm:pt modelId="{AC0F9680-A9E1-1348-A090-FDA03091B201}" type="pres">
      <dgm:prSet presAssocID="{71C6CD16-2779-CD40-8010-3F2D77154F7A}" presName="text" presStyleLbl="fgAcc0" presStyleIdx="0" presStyleCnt="1">
        <dgm:presLayoutVars>
          <dgm:chPref val="3"/>
        </dgm:presLayoutVars>
      </dgm:prSet>
      <dgm:spPr/>
    </dgm:pt>
    <dgm:pt modelId="{8CB805F9-AB9A-024F-B2FD-00B1C23E203E}" type="pres">
      <dgm:prSet presAssocID="{71C6CD16-2779-CD40-8010-3F2D77154F7A}" presName="hierChild2" presStyleCnt="0"/>
      <dgm:spPr/>
    </dgm:pt>
    <dgm:pt modelId="{6419EBB7-18E9-2A40-920A-13A0FD9DD72E}" type="pres">
      <dgm:prSet presAssocID="{14A2E2CB-C2A3-A544-9872-9D64E1A28B66}" presName="Name10" presStyleLbl="parChTrans1D2" presStyleIdx="0" presStyleCnt="4"/>
      <dgm:spPr/>
    </dgm:pt>
    <dgm:pt modelId="{C72184C6-FA2D-4645-AB67-F9F9D63515DF}" type="pres">
      <dgm:prSet presAssocID="{C417E01D-F827-9746-86C8-5A6C32CEC114}" presName="hierRoot2" presStyleCnt="0"/>
      <dgm:spPr/>
    </dgm:pt>
    <dgm:pt modelId="{8B810810-9E8C-F349-9D56-2C791B7F3665}" type="pres">
      <dgm:prSet presAssocID="{C417E01D-F827-9746-86C8-5A6C32CEC114}" presName="composite2" presStyleCnt="0"/>
      <dgm:spPr/>
    </dgm:pt>
    <dgm:pt modelId="{FBD2DFE1-EDBA-3344-B01A-E6D1A0BD2508}" type="pres">
      <dgm:prSet presAssocID="{C417E01D-F827-9746-86C8-5A6C32CEC114}" presName="background2" presStyleLbl="node2" presStyleIdx="0" presStyleCnt="4"/>
      <dgm:spPr>
        <a:noFill/>
        <a:ln>
          <a:noFill/>
        </a:ln>
      </dgm:spPr>
    </dgm:pt>
    <dgm:pt modelId="{4C50B67E-7C1D-C741-AE36-4D5FEEC5A655}" type="pres">
      <dgm:prSet presAssocID="{C417E01D-F827-9746-86C8-5A6C32CEC114}" presName="text2" presStyleLbl="fgAcc2" presStyleIdx="0" presStyleCnt="4">
        <dgm:presLayoutVars>
          <dgm:chPref val="3"/>
        </dgm:presLayoutVars>
      </dgm:prSet>
      <dgm:spPr/>
    </dgm:pt>
    <dgm:pt modelId="{8402B143-6856-6049-B422-E3F665BEB9BB}" type="pres">
      <dgm:prSet presAssocID="{C417E01D-F827-9746-86C8-5A6C32CEC114}" presName="hierChild3" presStyleCnt="0"/>
      <dgm:spPr/>
    </dgm:pt>
    <dgm:pt modelId="{EF49D93C-4944-854E-8B56-8DF0A9E144FB}" type="pres">
      <dgm:prSet presAssocID="{B37A6EA9-78A4-504E-8197-FC765E6535C0}" presName="Name17" presStyleLbl="parChTrans1D3" presStyleIdx="0" presStyleCnt="3"/>
      <dgm:spPr/>
    </dgm:pt>
    <dgm:pt modelId="{5AE5A0B1-0A52-D641-A5A0-07F01E4D03F7}" type="pres">
      <dgm:prSet presAssocID="{AF3EACD1-05E0-F145-AD1A-089542EBFD2A}" presName="hierRoot3" presStyleCnt="0"/>
      <dgm:spPr/>
    </dgm:pt>
    <dgm:pt modelId="{86A81F36-A1E7-5245-8E94-9D56B0BE2D91}" type="pres">
      <dgm:prSet presAssocID="{AF3EACD1-05E0-F145-AD1A-089542EBFD2A}" presName="composite3" presStyleCnt="0"/>
      <dgm:spPr/>
    </dgm:pt>
    <dgm:pt modelId="{D85FABB1-5524-FB44-A35B-E6D4A1B4B1A6}" type="pres">
      <dgm:prSet presAssocID="{AF3EACD1-05E0-F145-AD1A-089542EBFD2A}" presName="background3" presStyleLbl="node3" presStyleIdx="0" presStyleCnt="3"/>
      <dgm:spPr>
        <a:noFill/>
        <a:ln>
          <a:noFill/>
        </a:ln>
      </dgm:spPr>
    </dgm:pt>
    <dgm:pt modelId="{BCABD26D-C24A-E043-8E0F-1CC8B9D45C40}" type="pres">
      <dgm:prSet presAssocID="{AF3EACD1-05E0-F145-AD1A-089542EBFD2A}" presName="text3" presStyleLbl="fgAcc3" presStyleIdx="0" presStyleCnt="3">
        <dgm:presLayoutVars>
          <dgm:chPref val="3"/>
        </dgm:presLayoutVars>
      </dgm:prSet>
      <dgm:spPr/>
    </dgm:pt>
    <dgm:pt modelId="{C309BDDC-6F35-2842-B75C-9ED37A223F1E}" type="pres">
      <dgm:prSet presAssocID="{AF3EACD1-05E0-F145-AD1A-089542EBFD2A}" presName="hierChild4" presStyleCnt="0"/>
      <dgm:spPr/>
    </dgm:pt>
    <dgm:pt modelId="{24305311-5D44-844D-A214-AE8C71286F5A}" type="pres">
      <dgm:prSet presAssocID="{F92E98F3-137A-CB47-83A1-2B09C8594BA7}" presName="Name17" presStyleLbl="parChTrans1D3" presStyleIdx="1" presStyleCnt="3"/>
      <dgm:spPr/>
    </dgm:pt>
    <dgm:pt modelId="{D6DB41C4-DB7B-0E42-94F3-71EF1D3D03F4}" type="pres">
      <dgm:prSet presAssocID="{4710E373-3EC1-B644-B79A-E563C1933574}" presName="hierRoot3" presStyleCnt="0"/>
      <dgm:spPr/>
    </dgm:pt>
    <dgm:pt modelId="{D5217A1B-56B7-F247-ADCC-664C5CD620F0}" type="pres">
      <dgm:prSet presAssocID="{4710E373-3EC1-B644-B79A-E563C1933574}" presName="composite3" presStyleCnt="0"/>
      <dgm:spPr/>
    </dgm:pt>
    <dgm:pt modelId="{09223196-1DFC-174A-AAC3-14B6604284E2}" type="pres">
      <dgm:prSet presAssocID="{4710E373-3EC1-B644-B79A-E563C1933574}" presName="background3" presStyleLbl="node3" presStyleIdx="1" presStyleCnt="3"/>
      <dgm:spPr>
        <a:noFill/>
        <a:ln>
          <a:noFill/>
        </a:ln>
      </dgm:spPr>
    </dgm:pt>
    <dgm:pt modelId="{1B01160B-5979-EA4A-92F7-D431A605DCAC}" type="pres">
      <dgm:prSet presAssocID="{4710E373-3EC1-B644-B79A-E563C1933574}" presName="text3" presStyleLbl="fgAcc3" presStyleIdx="1" presStyleCnt="3">
        <dgm:presLayoutVars>
          <dgm:chPref val="3"/>
        </dgm:presLayoutVars>
      </dgm:prSet>
      <dgm:spPr/>
    </dgm:pt>
    <dgm:pt modelId="{AE37AA08-9C4B-F64B-860B-1F76462C3A34}" type="pres">
      <dgm:prSet presAssocID="{4710E373-3EC1-B644-B79A-E563C1933574}" presName="hierChild4" presStyleCnt="0"/>
      <dgm:spPr/>
    </dgm:pt>
    <dgm:pt modelId="{8806801D-D181-E349-AC82-4493D341FD62}" type="pres">
      <dgm:prSet presAssocID="{3E19AB49-D0E3-654F-8965-D16D5847856E}" presName="Name23" presStyleLbl="parChTrans1D4" presStyleIdx="0" presStyleCnt="2"/>
      <dgm:spPr/>
    </dgm:pt>
    <dgm:pt modelId="{EDCC0299-E2C5-D946-AC47-0CB04F70FB33}" type="pres">
      <dgm:prSet presAssocID="{7954507D-600A-0A4F-8CBC-239B3E9FC6B6}" presName="hierRoot4" presStyleCnt="0"/>
      <dgm:spPr/>
    </dgm:pt>
    <dgm:pt modelId="{BCB7164E-5A70-C044-B6A2-09AA22359ECD}" type="pres">
      <dgm:prSet presAssocID="{7954507D-600A-0A4F-8CBC-239B3E9FC6B6}" presName="composite4" presStyleCnt="0"/>
      <dgm:spPr/>
    </dgm:pt>
    <dgm:pt modelId="{C6AC1CEA-1BB0-874F-80E2-1CF493D7D182}" type="pres">
      <dgm:prSet presAssocID="{7954507D-600A-0A4F-8CBC-239B3E9FC6B6}" presName="background4" presStyleLbl="node4" presStyleIdx="0" presStyleCnt="2"/>
      <dgm:spPr>
        <a:noFill/>
        <a:ln>
          <a:noFill/>
        </a:ln>
      </dgm:spPr>
    </dgm:pt>
    <dgm:pt modelId="{DB7F57F6-B8C7-494F-B2DE-8CB7FB32D725}" type="pres">
      <dgm:prSet presAssocID="{7954507D-600A-0A4F-8CBC-239B3E9FC6B6}" presName="text4" presStyleLbl="fgAcc4" presStyleIdx="0" presStyleCnt="2" custLinFactNeighborY="0">
        <dgm:presLayoutVars>
          <dgm:chPref val="3"/>
        </dgm:presLayoutVars>
      </dgm:prSet>
      <dgm:spPr/>
    </dgm:pt>
    <dgm:pt modelId="{48C2FFBD-0121-F24E-BC35-3920B06AF4B1}" type="pres">
      <dgm:prSet presAssocID="{7954507D-600A-0A4F-8CBC-239B3E9FC6B6}" presName="hierChild5" presStyleCnt="0"/>
      <dgm:spPr/>
    </dgm:pt>
    <dgm:pt modelId="{77C72FC0-5DC6-1F40-BA1C-B9E0400B66A5}" type="pres">
      <dgm:prSet presAssocID="{94752E68-9B48-7849-88FE-AA1BA01496C4}" presName="Name23" presStyleLbl="parChTrans1D4" presStyleIdx="1" presStyleCnt="2"/>
      <dgm:spPr/>
    </dgm:pt>
    <dgm:pt modelId="{1B3A417E-0BF7-8A47-8071-21ECCE4266D3}" type="pres">
      <dgm:prSet presAssocID="{CDF369F9-6C67-4442-B549-B6A157A4C406}" presName="hierRoot4" presStyleCnt="0"/>
      <dgm:spPr/>
    </dgm:pt>
    <dgm:pt modelId="{EFAAFDFC-4586-0844-97B1-FD52FEC3842F}" type="pres">
      <dgm:prSet presAssocID="{CDF369F9-6C67-4442-B549-B6A157A4C406}" presName="composite4" presStyleCnt="0"/>
      <dgm:spPr/>
    </dgm:pt>
    <dgm:pt modelId="{F5C227BC-2A1B-0443-A781-50F928832A26}" type="pres">
      <dgm:prSet presAssocID="{CDF369F9-6C67-4442-B549-B6A157A4C406}" presName="background4" presStyleLbl="node4" presStyleIdx="1" presStyleCnt="2"/>
      <dgm:spPr>
        <a:noFill/>
        <a:ln>
          <a:noFill/>
        </a:ln>
      </dgm:spPr>
    </dgm:pt>
    <dgm:pt modelId="{7FC4F66C-7E75-FA49-93FB-90887BDD3039}" type="pres">
      <dgm:prSet presAssocID="{CDF369F9-6C67-4442-B549-B6A157A4C406}" presName="text4" presStyleLbl="fgAcc4" presStyleIdx="1" presStyleCnt="2">
        <dgm:presLayoutVars>
          <dgm:chPref val="3"/>
        </dgm:presLayoutVars>
      </dgm:prSet>
      <dgm:spPr/>
    </dgm:pt>
    <dgm:pt modelId="{C3D15556-E36D-AF44-95F6-3C212E53B011}" type="pres">
      <dgm:prSet presAssocID="{CDF369F9-6C67-4442-B549-B6A157A4C406}" presName="hierChild5" presStyleCnt="0"/>
      <dgm:spPr/>
    </dgm:pt>
    <dgm:pt modelId="{AB9D5C78-8857-C446-BD48-6662FB823932}" type="pres">
      <dgm:prSet presAssocID="{95A7CD37-315A-9C42-BE0D-C8499652D7B1}" presName="Name17" presStyleLbl="parChTrans1D3" presStyleIdx="2" presStyleCnt="3"/>
      <dgm:spPr/>
    </dgm:pt>
    <dgm:pt modelId="{B1A90613-7E4E-5F4C-9CFB-6048DD049F71}" type="pres">
      <dgm:prSet presAssocID="{5BB98DEA-3F2A-A544-92EB-F67EF402D31D}" presName="hierRoot3" presStyleCnt="0"/>
      <dgm:spPr/>
    </dgm:pt>
    <dgm:pt modelId="{156BD879-5A5D-7343-BE3E-1143CEA757E3}" type="pres">
      <dgm:prSet presAssocID="{5BB98DEA-3F2A-A544-92EB-F67EF402D31D}" presName="composite3" presStyleCnt="0"/>
      <dgm:spPr/>
    </dgm:pt>
    <dgm:pt modelId="{9A7DFF09-8369-8247-A19F-5BE1AE9D9CDD}" type="pres">
      <dgm:prSet presAssocID="{5BB98DEA-3F2A-A544-92EB-F67EF402D31D}" presName="background3" presStyleLbl="node3" presStyleIdx="2" presStyleCnt="3"/>
      <dgm:spPr>
        <a:noFill/>
        <a:ln>
          <a:noFill/>
        </a:ln>
      </dgm:spPr>
    </dgm:pt>
    <dgm:pt modelId="{DE32AB1E-B62D-2946-A4A9-997482CDC1EF}" type="pres">
      <dgm:prSet presAssocID="{5BB98DEA-3F2A-A544-92EB-F67EF402D31D}" presName="text3" presStyleLbl="fgAcc3" presStyleIdx="2" presStyleCnt="3">
        <dgm:presLayoutVars>
          <dgm:chPref val="3"/>
        </dgm:presLayoutVars>
      </dgm:prSet>
      <dgm:spPr/>
    </dgm:pt>
    <dgm:pt modelId="{E1448585-8B72-304A-AA09-CF8E6807838A}" type="pres">
      <dgm:prSet presAssocID="{5BB98DEA-3F2A-A544-92EB-F67EF402D31D}" presName="hierChild4" presStyleCnt="0"/>
      <dgm:spPr/>
    </dgm:pt>
    <dgm:pt modelId="{6ED5D991-6FB0-254E-9E6B-F7D6E99DADBB}" type="pres">
      <dgm:prSet presAssocID="{0522DA5C-FBDC-9449-9A57-E8D3C662C728}" presName="Name10" presStyleLbl="parChTrans1D2" presStyleIdx="1" presStyleCnt="4"/>
      <dgm:spPr/>
    </dgm:pt>
    <dgm:pt modelId="{2CE11678-1840-E041-BF81-78DA7C2E18E5}" type="pres">
      <dgm:prSet presAssocID="{9F3676FF-94D9-F54A-BC32-96CFA26312C8}" presName="hierRoot2" presStyleCnt="0"/>
      <dgm:spPr/>
    </dgm:pt>
    <dgm:pt modelId="{A093DDE0-F592-BA47-90B8-1D10EAB4D2C2}" type="pres">
      <dgm:prSet presAssocID="{9F3676FF-94D9-F54A-BC32-96CFA26312C8}" presName="composite2" presStyleCnt="0"/>
      <dgm:spPr/>
    </dgm:pt>
    <dgm:pt modelId="{1F7EADFD-372D-E646-85AB-59C636000941}" type="pres">
      <dgm:prSet presAssocID="{9F3676FF-94D9-F54A-BC32-96CFA26312C8}" presName="background2" presStyleLbl="node2" presStyleIdx="1" presStyleCnt="4"/>
      <dgm:spPr>
        <a:noFill/>
        <a:ln>
          <a:noFill/>
        </a:ln>
      </dgm:spPr>
    </dgm:pt>
    <dgm:pt modelId="{3D294D3E-6FD1-BE4B-9ED3-4A9F91238FAB}" type="pres">
      <dgm:prSet presAssocID="{9F3676FF-94D9-F54A-BC32-96CFA26312C8}" presName="text2" presStyleLbl="fgAcc2" presStyleIdx="1" presStyleCnt="4">
        <dgm:presLayoutVars>
          <dgm:chPref val="3"/>
        </dgm:presLayoutVars>
      </dgm:prSet>
      <dgm:spPr/>
    </dgm:pt>
    <dgm:pt modelId="{489870F3-98DE-9648-A949-9B54F59F61EB}" type="pres">
      <dgm:prSet presAssocID="{9F3676FF-94D9-F54A-BC32-96CFA26312C8}" presName="hierChild3" presStyleCnt="0"/>
      <dgm:spPr/>
    </dgm:pt>
    <dgm:pt modelId="{2596C199-6225-CB49-A112-27F247ECE7BA}" type="pres">
      <dgm:prSet presAssocID="{304DA6B0-F6C4-8A4E-ACC9-DC2FA2D4DDFF}" presName="Name10" presStyleLbl="parChTrans1D2" presStyleIdx="2" presStyleCnt="4"/>
      <dgm:spPr/>
    </dgm:pt>
    <dgm:pt modelId="{76A2B5FE-5F06-7542-A786-A430EBA3EF4E}" type="pres">
      <dgm:prSet presAssocID="{AF370BE0-D668-F94E-AF1B-9CD669EA8856}" presName="hierRoot2" presStyleCnt="0"/>
      <dgm:spPr/>
    </dgm:pt>
    <dgm:pt modelId="{5FA6A395-A876-B84E-8380-725680795781}" type="pres">
      <dgm:prSet presAssocID="{AF370BE0-D668-F94E-AF1B-9CD669EA8856}" presName="composite2" presStyleCnt="0"/>
      <dgm:spPr/>
    </dgm:pt>
    <dgm:pt modelId="{1C90F586-CB6F-3F49-84E8-78CA25A25991}" type="pres">
      <dgm:prSet presAssocID="{AF370BE0-D668-F94E-AF1B-9CD669EA8856}" presName="background2" presStyleLbl="node2" presStyleIdx="2" presStyleCnt="4"/>
      <dgm:spPr>
        <a:noFill/>
        <a:ln>
          <a:noFill/>
        </a:ln>
      </dgm:spPr>
    </dgm:pt>
    <dgm:pt modelId="{515728F1-38A6-B24A-9797-1CDDF1999C35}" type="pres">
      <dgm:prSet presAssocID="{AF370BE0-D668-F94E-AF1B-9CD669EA8856}" presName="text2" presStyleLbl="fgAcc2" presStyleIdx="2" presStyleCnt="4">
        <dgm:presLayoutVars>
          <dgm:chPref val="3"/>
        </dgm:presLayoutVars>
      </dgm:prSet>
      <dgm:spPr/>
    </dgm:pt>
    <dgm:pt modelId="{630A18DA-A9C2-3640-BCEB-32E73934FDAF}" type="pres">
      <dgm:prSet presAssocID="{AF370BE0-D668-F94E-AF1B-9CD669EA8856}" presName="hierChild3" presStyleCnt="0"/>
      <dgm:spPr/>
    </dgm:pt>
    <dgm:pt modelId="{40D14D86-1B39-7548-8D23-0EA69D1D64D9}" type="pres">
      <dgm:prSet presAssocID="{BA69E823-7A07-F34B-A06D-0AE38CCB1F96}" presName="Name10" presStyleLbl="parChTrans1D2" presStyleIdx="3" presStyleCnt="4"/>
      <dgm:spPr/>
    </dgm:pt>
    <dgm:pt modelId="{6A5CDC33-B681-3246-9AD9-86D76C272378}" type="pres">
      <dgm:prSet presAssocID="{494077E8-5E6D-5B4E-9FB2-0A17A295C47C}" presName="hierRoot2" presStyleCnt="0"/>
      <dgm:spPr/>
    </dgm:pt>
    <dgm:pt modelId="{4487F0D2-DC9B-1642-A48E-6EC71947324C}" type="pres">
      <dgm:prSet presAssocID="{494077E8-5E6D-5B4E-9FB2-0A17A295C47C}" presName="composite2" presStyleCnt="0"/>
      <dgm:spPr/>
    </dgm:pt>
    <dgm:pt modelId="{007A6E05-C4D5-2141-B01C-DABC6C7D53CE}" type="pres">
      <dgm:prSet presAssocID="{494077E8-5E6D-5B4E-9FB2-0A17A295C47C}" presName="background2" presStyleLbl="node2" presStyleIdx="3" presStyleCnt="4"/>
      <dgm:spPr>
        <a:noFill/>
        <a:ln>
          <a:noFill/>
        </a:ln>
      </dgm:spPr>
    </dgm:pt>
    <dgm:pt modelId="{C84F816E-3493-644A-A12B-982678B2ECEF}" type="pres">
      <dgm:prSet presAssocID="{494077E8-5E6D-5B4E-9FB2-0A17A295C47C}" presName="text2" presStyleLbl="fgAcc2" presStyleIdx="3" presStyleCnt="4">
        <dgm:presLayoutVars>
          <dgm:chPref val="3"/>
        </dgm:presLayoutVars>
      </dgm:prSet>
      <dgm:spPr/>
    </dgm:pt>
    <dgm:pt modelId="{276F9B00-A86A-2F44-A85B-83EDCF3200E4}" type="pres">
      <dgm:prSet presAssocID="{494077E8-5E6D-5B4E-9FB2-0A17A295C47C}" presName="hierChild3" presStyleCnt="0"/>
      <dgm:spPr/>
    </dgm:pt>
  </dgm:ptLst>
  <dgm:cxnLst>
    <dgm:cxn modelId="{FFFA6F0A-3A26-8E44-A059-45FA387B671F}" type="presOf" srcId="{5BB98DEA-3F2A-A544-92EB-F67EF402D31D}" destId="{DE32AB1E-B62D-2946-A4A9-997482CDC1EF}" srcOrd="0" destOrd="0" presId="urn:microsoft.com/office/officeart/2005/8/layout/hierarchy1"/>
    <dgm:cxn modelId="{ED294B0D-10BC-D04E-BEAD-D658D4B2A562}" type="presOf" srcId="{3E19AB49-D0E3-654F-8965-D16D5847856E}" destId="{8806801D-D181-E349-AC82-4493D341FD62}" srcOrd="0" destOrd="0" presId="urn:microsoft.com/office/officeart/2005/8/layout/hierarchy1"/>
    <dgm:cxn modelId="{EE431911-62CA-0C4D-977B-5A14B163FDAE}" type="presOf" srcId="{94752E68-9B48-7849-88FE-AA1BA01496C4}" destId="{77C72FC0-5DC6-1F40-BA1C-B9E0400B66A5}" srcOrd="0" destOrd="0" presId="urn:microsoft.com/office/officeart/2005/8/layout/hierarchy1"/>
    <dgm:cxn modelId="{701D7618-A4E6-544C-8374-053A8714E38D}" srcId="{4710E373-3EC1-B644-B79A-E563C1933574}" destId="{7954507D-600A-0A4F-8CBC-239B3E9FC6B6}" srcOrd="0" destOrd="0" parTransId="{3E19AB49-D0E3-654F-8965-D16D5847856E}" sibTransId="{CB63FE1D-3111-7B4A-A9A9-CA2EFD4BD362}"/>
    <dgm:cxn modelId="{2863C91D-E33E-2047-A406-4644D897B441}" type="presOf" srcId="{F92E98F3-137A-CB47-83A1-2B09C8594BA7}" destId="{24305311-5D44-844D-A214-AE8C71286F5A}" srcOrd="0" destOrd="0" presId="urn:microsoft.com/office/officeart/2005/8/layout/hierarchy1"/>
    <dgm:cxn modelId="{39D68D21-4A25-5C45-8DF4-23B18D81CD56}" srcId="{71C6CD16-2779-CD40-8010-3F2D77154F7A}" destId="{494077E8-5E6D-5B4E-9FB2-0A17A295C47C}" srcOrd="3" destOrd="0" parTransId="{BA69E823-7A07-F34B-A06D-0AE38CCB1F96}" sibTransId="{504470BC-A19A-C645-9767-8A4701A526AF}"/>
    <dgm:cxn modelId="{97D9B946-DF21-6D4C-BA53-79C157949ADA}" srcId="{F5363227-6E86-AA43-9DBE-A8AC6B4BCF46}" destId="{71C6CD16-2779-CD40-8010-3F2D77154F7A}" srcOrd="0" destOrd="0" parTransId="{C3E2937B-01E1-FE4C-A307-391FF97CA389}" sibTransId="{7E6F3BF8-61BB-5140-B219-C6C24F333F46}"/>
    <dgm:cxn modelId="{FC620447-9E54-024B-8403-E31039E7365B}" srcId="{C417E01D-F827-9746-86C8-5A6C32CEC114}" destId="{AF3EACD1-05E0-F145-AD1A-089542EBFD2A}" srcOrd="0" destOrd="0" parTransId="{B37A6EA9-78A4-504E-8197-FC765E6535C0}" sibTransId="{8C500C70-D0EA-004D-B77F-2AA39E6A3D02}"/>
    <dgm:cxn modelId="{EE1EF849-5D8B-8246-A673-9D874912A815}" srcId="{C417E01D-F827-9746-86C8-5A6C32CEC114}" destId="{4710E373-3EC1-B644-B79A-E563C1933574}" srcOrd="1" destOrd="0" parTransId="{F92E98F3-137A-CB47-83A1-2B09C8594BA7}" sibTransId="{CCB95A86-9DD3-9542-BBBD-C9D1E82BC8A5}"/>
    <dgm:cxn modelId="{E7054B53-50FA-0545-89E7-65EF1561A78D}" type="presOf" srcId="{494077E8-5E6D-5B4E-9FB2-0A17A295C47C}" destId="{C84F816E-3493-644A-A12B-982678B2ECEF}" srcOrd="0" destOrd="0" presId="urn:microsoft.com/office/officeart/2005/8/layout/hierarchy1"/>
    <dgm:cxn modelId="{F542D455-6B6C-1B41-8775-C2208CAB3F98}" type="presOf" srcId="{9F3676FF-94D9-F54A-BC32-96CFA26312C8}" destId="{3D294D3E-6FD1-BE4B-9ED3-4A9F91238FAB}" srcOrd="0" destOrd="0" presId="urn:microsoft.com/office/officeart/2005/8/layout/hierarchy1"/>
    <dgm:cxn modelId="{7616335A-7599-F748-AD6D-BC8453BE4C29}" type="presOf" srcId="{4710E373-3EC1-B644-B79A-E563C1933574}" destId="{1B01160B-5979-EA4A-92F7-D431A605DCAC}" srcOrd="0" destOrd="0" presId="urn:microsoft.com/office/officeart/2005/8/layout/hierarchy1"/>
    <dgm:cxn modelId="{D2C42065-DE6A-E544-8332-424F7E362653}" srcId="{71C6CD16-2779-CD40-8010-3F2D77154F7A}" destId="{AF370BE0-D668-F94E-AF1B-9CD669EA8856}" srcOrd="2" destOrd="0" parTransId="{304DA6B0-F6C4-8A4E-ACC9-DC2FA2D4DDFF}" sibTransId="{C981A65B-DD5B-0041-B5F9-A8AD67ABD0DB}"/>
    <dgm:cxn modelId="{24606865-D254-634E-A38B-FE0740B0D9BF}" type="presOf" srcId="{BA69E823-7A07-F34B-A06D-0AE38CCB1F96}" destId="{40D14D86-1B39-7548-8D23-0EA69D1D64D9}" srcOrd="0" destOrd="0" presId="urn:microsoft.com/office/officeart/2005/8/layout/hierarchy1"/>
    <dgm:cxn modelId="{53BBE668-7919-A74C-A2C5-C1FFF075F401}" type="presOf" srcId="{F5363227-6E86-AA43-9DBE-A8AC6B4BCF46}" destId="{CDDEC35A-B282-8D40-96B3-39C09794D930}" srcOrd="0" destOrd="0" presId="urn:microsoft.com/office/officeart/2005/8/layout/hierarchy1"/>
    <dgm:cxn modelId="{E38F487C-9BD4-D247-8040-360A92A7338A}" type="presOf" srcId="{AF370BE0-D668-F94E-AF1B-9CD669EA8856}" destId="{515728F1-38A6-B24A-9797-1CDDF1999C35}" srcOrd="0" destOrd="0" presId="urn:microsoft.com/office/officeart/2005/8/layout/hierarchy1"/>
    <dgm:cxn modelId="{6156658D-5C6A-2548-AB1B-477051BA94EE}" srcId="{4710E373-3EC1-B644-B79A-E563C1933574}" destId="{CDF369F9-6C67-4442-B549-B6A157A4C406}" srcOrd="1" destOrd="0" parTransId="{94752E68-9B48-7849-88FE-AA1BA01496C4}" sibTransId="{279FDCA9-3864-EC4D-9055-C8A12C9D917B}"/>
    <dgm:cxn modelId="{6526BAB4-5791-864F-943A-80DEF11C402C}" type="presOf" srcId="{71C6CD16-2779-CD40-8010-3F2D77154F7A}" destId="{AC0F9680-A9E1-1348-A090-FDA03091B201}" srcOrd="0" destOrd="0" presId="urn:microsoft.com/office/officeart/2005/8/layout/hierarchy1"/>
    <dgm:cxn modelId="{220ABDB6-C557-944E-9589-D3F0BDDC6B15}" srcId="{C417E01D-F827-9746-86C8-5A6C32CEC114}" destId="{5BB98DEA-3F2A-A544-92EB-F67EF402D31D}" srcOrd="2" destOrd="0" parTransId="{95A7CD37-315A-9C42-BE0D-C8499652D7B1}" sibTransId="{EB05DE2D-BCB1-C64E-A28F-E3974537225F}"/>
    <dgm:cxn modelId="{1B0906B8-5AE5-454C-B4AA-81A7FB09E1EF}" srcId="{71C6CD16-2779-CD40-8010-3F2D77154F7A}" destId="{9F3676FF-94D9-F54A-BC32-96CFA26312C8}" srcOrd="1" destOrd="0" parTransId="{0522DA5C-FBDC-9449-9A57-E8D3C662C728}" sibTransId="{AD979E7E-43BF-EF45-921A-199AF1C9CE82}"/>
    <dgm:cxn modelId="{408B1EBD-55C9-C744-8374-6927EDF851B0}" type="presOf" srcId="{C417E01D-F827-9746-86C8-5A6C32CEC114}" destId="{4C50B67E-7C1D-C741-AE36-4D5FEEC5A655}" srcOrd="0" destOrd="0" presId="urn:microsoft.com/office/officeart/2005/8/layout/hierarchy1"/>
    <dgm:cxn modelId="{44B171BE-28D2-1D41-BFA1-784ECEFF0158}" type="presOf" srcId="{95A7CD37-315A-9C42-BE0D-C8499652D7B1}" destId="{AB9D5C78-8857-C446-BD48-6662FB823932}" srcOrd="0" destOrd="0" presId="urn:microsoft.com/office/officeart/2005/8/layout/hierarchy1"/>
    <dgm:cxn modelId="{5019C6C3-2FDC-0C4B-9037-4BDE095946E6}" type="presOf" srcId="{0522DA5C-FBDC-9449-9A57-E8D3C662C728}" destId="{6ED5D991-6FB0-254E-9E6B-F7D6E99DADBB}" srcOrd="0" destOrd="0" presId="urn:microsoft.com/office/officeart/2005/8/layout/hierarchy1"/>
    <dgm:cxn modelId="{35AB7EC5-6C1D-9448-B808-6B5C433E4F0B}" srcId="{71C6CD16-2779-CD40-8010-3F2D77154F7A}" destId="{C417E01D-F827-9746-86C8-5A6C32CEC114}" srcOrd="0" destOrd="0" parTransId="{14A2E2CB-C2A3-A544-9872-9D64E1A28B66}" sibTransId="{4AF1BA4C-89E9-0E41-B21F-9EB96431971A}"/>
    <dgm:cxn modelId="{480558CC-920F-C14E-BDBE-FFF7A608F091}" type="presOf" srcId="{7954507D-600A-0A4F-8CBC-239B3E9FC6B6}" destId="{DB7F57F6-B8C7-494F-B2DE-8CB7FB32D725}" srcOrd="0" destOrd="0" presId="urn:microsoft.com/office/officeart/2005/8/layout/hierarchy1"/>
    <dgm:cxn modelId="{B7D741CD-8618-E144-A7E1-16D04A1276A6}" type="presOf" srcId="{14A2E2CB-C2A3-A544-9872-9D64E1A28B66}" destId="{6419EBB7-18E9-2A40-920A-13A0FD9DD72E}" srcOrd="0" destOrd="0" presId="urn:microsoft.com/office/officeart/2005/8/layout/hierarchy1"/>
    <dgm:cxn modelId="{F5C514D3-112F-8A42-A86F-03B6E870C716}" type="presOf" srcId="{B37A6EA9-78A4-504E-8197-FC765E6535C0}" destId="{EF49D93C-4944-854E-8B56-8DF0A9E144FB}" srcOrd="0" destOrd="0" presId="urn:microsoft.com/office/officeart/2005/8/layout/hierarchy1"/>
    <dgm:cxn modelId="{F91929DD-B71B-1548-8D97-345919407306}" type="presOf" srcId="{AF3EACD1-05E0-F145-AD1A-089542EBFD2A}" destId="{BCABD26D-C24A-E043-8E0F-1CC8B9D45C40}" srcOrd="0" destOrd="0" presId="urn:microsoft.com/office/officeart/2005/8/layout/hierarchy1"/>
    <dgm:cxn modelId="{384028EE-16EC-5449-80AE-AF27B4F3F356}" type="presOf" srcId="{304DA6B0-F6C4-8A4E-ACC9-DC2FA2D4DDFF}" destId="{2596C199-6225-CB49-A112-27F247ECE7BA}" srcOrd="0" destOrd="0" presId="urn:microsoft.com/office/officeart/2005/8/layout/hierarchy1"/>
    <dgm:cxn modelId="{D3F1EBEE-8007-2C44-8E60-92C90D0A501E}" type="presOf" srcId="{CDF369F9-6C67-4442-B549-B6A157A4C406}" destId="{7FC4F66C-7E75-FA49-93FB-90887BDD3039}" srcOrd="0" destOrd="0" presId="urn:microsoft.com/office/officeart/2005/8/layout/hierarchy1"/>
    <dgm:cxn modelId="{F1977C9F-5E90-CA4D-9363-87E38EE4B25E}" type="presParOf" srcId="{CDDEC35A-B282-8D40-96B3-39C09794D930}" destId="{C02BD740-0ECC-5542-B3FB-C90C400619E2}" srcOrd="0" destOrd="0" presId="urn:microsoft.com/office/officeart/2005/8/layout/hierarchy1"/>
    <dgm:cxn modelId="{76DAA765-D5C9-3F44-95B9-2BA934D144AD}" type="presParOf" srcId="{C02BD740-0ECC-5542-B3FB-C90C400619E2}" destId="{88049DD4-A468-E146-A503-21F28675D727}" srcOrd="0" destOrd="0" presId="urn:microsoft.com/office/officeart/2005/8/layout/hierarchy1"/>
    <dgm:cxn modelId="{D813B7DF-50C2-7C43-94C3-F25E389CDF94}" type="presParOf" srcId="{88049DD4-A468-E146-A503-21F28675D727}" destId="{07328983-37D5-9B43-BC65-1303DA9E504B}" srcOrd="0" destOrd="0" presId="urn:microsoft.com/office/officeart/2005/8/layout/hierarchy1"/>
    <dgm:cxn modelId="{25184197-D63B-C84A-9F06-52F64C80F0F2}" type="presParOf" srcId="{88049DD4-A468-E146-A503-21F28675D727}" destId="{AC0F9680-A9E1-1348-A090-FDA03091B201}" srcOrd="1" destOrd="0" presId="urn:microsoft.com/office/officeart/2005/8/layout/hierarchy1"/>
    <dgm:cxn modelId="{88D770C1-AA1F-F144-B0F7-C34E966AF143}" type="presParOf" srcId="{C02BD740-0ECC-5542-B3FB-C90C400619E2}" destId="{8CB805F9-AB9A-024F-B2FD-00B1C23E203E}" srcOrd="1" destOrd="0" presId="urn:microsoft.com/office/officeart/2005/8/layout/hierarchy1"/>
    <dgm:cxn modelId="{3E3180F2-5B06-2842-9AFB-FFEF81706A0D}" type="presParOf" srcId="{8CB805F9-AB9A-024F-B2FD-00B1C23E203E}" destId="{6419EBB7-18E9-2A40-920A-13A0FD9DD72E}" srcOrd="0" destOrd="0" presId="urn:microsoft.com/office/officeart/2005/8/layout/hierarchy1"/>
    <dgm:cxn modelId="{9CE48F17-B230-BE46-BBEA-E7D3098E1577}" type="presParOf" srcId="{8CB805F9-AB9A-024F-B2FD-00B1C23E203E}" destId="{C72184C6-FA2D-4645-AB67-F9F9D63515DF}" srcOrd="1" destOrd="0" presId="urn:microsoft.com/office/officeart/2005/8/layout/hierarchy1"/>
    <dgm:cxn modelId="{42733D90-1DC7-A048-B1AA-19207B95814A}" type="presParOf" srcId="{C72184C6-FA2D-4645-AB67-F9F9D63515DF}" destId="{8B810810-9E8C-F349-9D56-2C791B7F3665}" srcOrd="0" destOrd="0" presId="urn:microsoft.com/office/officeart/2005/8/layout/hierarchy1"/>
    <dgm:cxn modelId="{13E42687-4F0C-9F41-B349-6CCB3200D0FC}" type="presParOf" srcId="{8B810810-9E8C-F349-9D56-2C791B7F3665}" destId="{FBD2DFE1-EDBA-3344-B01A-E6D1A0BD2508}" srcOrd="0" destOrd="0" presId="urn:microsoft.com/office/officeart/2005/8/layout/hierarchy1"/>
    <dgm:cxn modelId="{D25F9913-3049-1F4A-AE37-2725E79172BC}" type="presParOf" srcId="{8B810810-9E8C-F349-9D56-2C791B7F3665}" destId="{4C50B67E-7C1D-C741-AE36-4D5FEEC5A655}" srcOrd="1" destOrd="0" presId="urn:microsoft.com/office/officeart/2005/8/layout/hierarchy1"/>
    <dgm:cxn modelId="{F1D7D77B-1161-9A49-8BD3-7128AE98C738}" type="presParOf" srcId="{C72184C6-FA2D-4645-AB67-F9F9D63515DF}" destId="{8402B143-6856-6049-B422-E3F665BEB9BB}" srcOrd="1" destOrd="0" presId="urn:microsoft.com/office/officeart/2005/8/layout/hierarchy1"/>
    <dgm:cxn modelId="{A59E51A2-0EA1-C442-A0EC-6A4A92D87D99}" type="presParOf" srcId="{8402B143-6856-6049-B422-E3F665BEB9BB}" destId="{EF49D93C-4944-854E-8B56-8DF0A9E144FB}" srcOrd="0" destOrd="0" presId="urn:microsoft.com/office/officeart/2005/8/layout/hierarchy1"/>
    <dgm:cxn modelId="{A19AD5B5-9281-2641-BBC3-91D76A48EE9C}" type="presParOf" srcId="{8402B143-6856-6049-B422-E3F665BEB9BB}" destId="{5AE5A0B1-0A52-D641-A5A0-07F01E4D03F7}" srcOrd="1" destOrd="0" presId="urn:microsoft.com/office/officeart/2005/8/layout/hierarchy1"/>
    <dgm:cxn modelId="{5655EEB2-B347-DB4A-9BB1-E8B0D4544646}" type="presParOf" srcId="{5AE5A0B1-0A52-D641-A5A0-07F01E4D03F7}" destId="{86A81F36-A1E7-5245-8E94-9D56B0BE2D91}" srcOrd="0" destOrd="0" presId="urn:microsoft.com/office/officeart/2005/8/layout/hierarchy1"/>
    <dgm:cxn modelId="{0D792C2F-9D19-CD46-B292-21E07F906B15}" type="presParOf" srcId="{86A81F36-A1E7-5245-8E94-9D56B0BE2D91}" destId="{D85FABB1-5524-FB44-A35B-E6D4A1B4B1A6}" srcOrd="0" destOrd="0" presId="urn:microsoft.com/office/officeart/2005/8/layout/hierarchy1"/>
    <dgm:cxn modelId="{4A03DE40-8C9A-3749-AE3C-D0814DABB2A6}" type="presParOf" srcId="{86A81F36-A1E7-5245-8E94-9D56B0BE2D91}" destId="{BCABD26D-C24A-E043-8E0F-1CC8B9D45C40}" srcOrd="1" destOrd="0" presId="urn:microsoft.com/office/officeart/2005/8/layout/hierarchy1"/>
    <dgm:cxn modelId="{1F1C390B-9386-8645-AD6B-50D6354AD4B7}" type="presParOf" srcId="{5AE5A0B1-0A52-D641-A5A0-07F01E4D03F7}" destId="{C309BDDC-6F35-2842-B75C-9ED37A223F1E}" srcOrd="1" destOrd="0" presId="urn:microsoft.com/office/officeart/2005/8/layout/hierarchy1"/>
    <dgm:cxn modelId="{7C05E9C5-1CF4-FD44-89F3-56707D36D3B1}" type="presParOf" srcId="{8402B143-6856-6049-B422-E3F665BEB9BB}" destId="{24305311-5D44-844D-A214-AE8C71286F5A}" srcOrd="2" destOrd="0" presId="urn:microsoft.com/office/officeart/2005/8/layout/hierarchy1"/>
    <dgm:cxn modelId="{25785515-299D-1743-BA87-7B3C1E50855D}" type="presParOf" srcId="{8402B143-6856-6049-B422-E3F665BEB9BB}" destId="{D6DB41C4-DB7B-0E42-94F3-71EF1D3D03F4}" srcOrd="3" destOrd="0" presId="urn:microsoft.com/office/officeart/2005/8/layout/hierarchy1"/>
    <dgm:cxn modelId="{F7B7DF6D-A7B5-5044-8A48-B3FD8894FFD9}" type="presParOf" srcId="{D6DB41C4-DB7B-0E42-94F3-71EF1D3D03F4}" destId="{D5217A1B-56B7-F247-ADCC-664C5CD620F0}" srcOrd="0" destOrd="0" presId="urn:microsoft.com/office/officeart/2005/8/layout/hierarchy1"/>
    <dgm:cxn modelId="{8CF7E349-6E30-D94B-B575-17A275203517}" type="presParOf" srcId="{D5217A1B-56B7-F247-ADCC-664C5CD620F0}" destId="{09223196-1DFC-174A-AAC3-14B6604284E2}" srcOrd="0" destOrd="0" presId="urn:microsoft.com/office/officeart/2005/8/layout/hierarchy1"/>
    <dgm:cxn modelId="{435641BA-D351-1B4B-A1F3-677E061C8AB9}" type="presParOf" srcId="{D5217A1B-56B7-F247-ADCC-664C5CD620F0}" destId="{1B01160B-5979-EA4A-92F7-D431A605DCAC}" srcOrd="1" destOrd="0" presId="urn:microsoft.com/office/officeart/2005/8/layout/hierarchy1"/>
    <dgm:cxn modelId="{6C26F7E5-AA8A-154E-934A-2EEAD8DBB409}" type="presParOf" srcId="{D6DB41C4-DB7B-0E42-94F3-71EF1D3D03F4}" destId="{AE37AA08-9C4B-F64B-860B-1F76462C3A34}" srcOrd="1" destOrd="0" presId="urn:microsoft.com/office/officeart/2005/8/layout/hierarchy1"/>
    <dgm:cxn modelId="{1F71BFD9-648C-454C-9BA7-0F4F74CE0878}" type="presParOf" srcId="{AE37AA08-9C4B-F64B-860B-1F76462C3A34}" destId="{8806801D-D181-E349-AC82-4493D341FD62}" srcOrd="0" destOrd="0" presId="urn:microsoft.com/office/officeart/2005/8/layout/hierarchy1"/>
    <dgm:cxn modelId="{F8A61814-F2FA-4746-869D-88473EFE090B}" type="presParOf" srcId="{AE37AA08-9C4B-F64B-860B-1F76462C3A34}" destId="{EDCC0299-E2C5-D946-AC47-0CB04F70FB33}" srcOrd="1" destOrd="0" presId="urn:microsoft.com/office/officeart/2005/8/layout/hierarchy1"/>
    <dgm:cxn modelId="{68838D00-E1CB-E249-A1EE-0A2F02FBCA55}" type="presParOf" srcId="{EDCC0299-E2C5-D946-AC47-0CB04F70FB33}" destId="{BCB7164E-5A70-C044-B6A2-09AA22359ECD}" srcOrd="0" destOrd="0" presId="urn:microsoft.com/office/officeart/2005/8/layout/hierarchy1"/>
    <dgm:cxn modelId="{0B352124-D29E-1948-BBCD-FC00F8ED34CD}" type="presParOf" srcId="{BCB7164E-5A70-C044-B6A2-09AA22359ECD}" destId="{C6AC1CEA-1BB0-874F-80E2-1CF493D7D182}" srcOrd="0" destOrd="0" presId="urn:microsoft.com/office/officeart/2005/8/layout/hierarchy1"/>
    <dgm:cxn modelId="{AB173661-4D7A-674F-A164-6883A9155651}" type="presParOf" srcId="{BCB7164E-5A70-C044-B6A2-09AA22359ECD}" destId="{DB7F57F6-B8C7-494F-B2DE-8CB7FB32D725}" srcOrd="1" destOrd="0" presId="urn:microsoft.com/office/officeart/2005/8/layout/hierarchy1"/>
    <dgm:cxn modelId="{34D0D872-AEAE-6646-AD08-B3F1E9EFFBD2}" type="presParOf" srcId="{EDCC0299-E2C5-D946-AC47-0CB04F70FB33}" destId="{48C2FFBD-0121-F24E-BC35-3920B06AF4B1}" srcOrd="1" destOrd="0" presId="urn:microsoft.com/office/officeart/2005/8/layout/hierarchy1"/>
    <dgm:cxn modelId="{0DEF679A-30FF-9145-92DC-3162DE6EECD0}" type="presParOf" srcId="{AE37AA08-9C4B-F64B-860B-1F76462C3A34}" destId="{77C72FC0-5DC6-1F40-BA1C-B9E0400B66A5}" srcOrd="2" destOrd="0" presId="urn:microsoft.com/office/officeart/2005/8/layout/hierarchy1"/>
    <dgm:cxn modelId="{ED7D3EDC-53CA-7A47-99F2-2AE3DD3FE9CF}" type="presParOf" srcId="{AE37AA08-9C4B-F64B-860B-1F76462C3A34}" destId="{1B3A417E-0BF7-8A47-8071-21ECCE4266D3}" srcOrd="3" destOrd="0" presId="urn:microsoft.com/office/officeart/2005/8/layout/hierarchy1"/>
    <dgm:cxn modelId="{6C305146-7A9F-2A48-A817-F1D0B3010196}" type="presParOf" srcId="{1B3A417E-0BF7-8A47-8071-21ECCE4266D3}" destId="{EFAAFDFC-4586-0844-97B1-FD52FEC3842F}" srcOrd="0" destOrd="0" presId="urn:microsoft.com/office/officeart/2005/8/layout/hierarchy1"/>
    <dgm:cxn modelId="{BF0484D5-785B-B54F-8943-6FD081D55B5A}" type="presParOf" srcId="{EFAAFDFC-4586-0844-97B1-FD52FEC3842F}" destId="{F5C227BC-2A1B-0443-A781-50F928832A26}" srcOrd="0" destOrd="0" presId="urn:microsoft.com/office/officeart/2005/8/layout/hierarchy1"/>
    <dgm:cxn modelId="{543B0C8F-3CBC-0D46-9226-638AF6ED624F}" type="presParOf" srcId="{EFAAFDFC-4586-0844-97B1-FD52FEC3842F}" destId="{7FC4F66C-7E75-FA49-93FB-90887BDD3039}" srcOrd="1" destOrd="0" presId="urn:microsoft.com/office/officeart/2005/8/layout/hierarchy1"/>
    <dgm:cxn modelId="{E669EFBE-7522-B84A-8A8E-915132CF5749}" type="presParOf" srcId="{1B3A417E-0BF7-8A47-8071-21ECCE4266D3}" destId="{C3D15556-E36D-AF44-95F6-3C212E53B011}" srcOrd="1" destOrd="0" presId="urn:microsoft.com/office/officeart/2005/8/layout/hierarchy1"/>
    <dgm:cxn modelId="{6F7A7FB9-F9D5-1547-A331-2399D35C6F56}" type="presParOf" srcId="{8402B143-6856-6049-B422-E3F665BEB9BB}" destId="{AB9D5C78-8857-C446-BD48-6662FB823932}" srcOrd="4" destOrd="0" presId="urn:microsoft.com/office/officeart/2005/8/layout/hierarchy1"/>
    <dgm:cxn modelId="{FD0FE4E7-EE20-8348-9757-87AFC9C1CA29}" type="presParOf" srcId="{8402B143-6856-6049-B422-E3F665BEB9BB}" destId="{B1A90613-7E4E-5F4C-9CFB-6048DD049F71}" srcOrd="5" destOrd="0" presId="urn:microsoft.com/office/officeart/2005/8/layout/hierarchy1"/>
    <dgm:cxn modelId="{E8B938B1-5D1E-8A46-8C70-B710CF89D4C1}" type="presParOf" srcId="{B1A90613-7E4E-5F4C-9CFB-6048DD049F71}" destId="{156BD879-5A5D-7343-BE3E-1143CEA757E3}" srcOrd="0" destOrd="0" presId="urn:microsoft.com/office/officeart/2005/8/layout/hierarchy1"/>
    <dgm:cxn modelId="{B422B3EF-1326-9B49-B403-6E58F6AA48BA}" type="presParOf" srcId="{156BD879-5A5D-7343-BE3E-1143CEA757E3}" destId="{9A7DFF09-8369-8247-A19F-5BE1AE9D9CDD}" srcOrd="0" destOrd="0" presId="urn:microsoft.com/office/officeart/2005/8/layout/hierarchy1"/>
    <dgm:cxn modelId="{ADFB8897-7001-204D-95FA-4CB9BAC6E527}" type="presParOf" srcId="{156BD879-5A5D-7343-BE3E-1143CEA757E3}" destId="{DE32AB1E-B62D-2946-A4A9-997482CDC1EF}" srcOrd="1" destOrd="0" presId="urn:microsoft.com/office/officeart/2005/8/layout/hierarchy1"/>
    <dgm:cxn modelId="{BE518AD5-9B75-FE45-AEE6-3E552974E554}" type="presParOf" srcId="{B1A90613-7E4E-5F4C-9CFB-6048DD049F71}" destId="{E1448585-8B72-304A-AA09-CF8E6807838A}" srcOrd="1" destOrd="0" presId="urn:microsoft.com/office/officeart/2005/8/layout/hierarchy1"/>
    <dgm:cxn modelId="{E5FB6BFF-CEB3-0849-AA34-20227F4071DF}" type="presParOf" srcId="{8CB805F9-AB9A-024F-B2FD-00B1C23E203E}" destId="{6ED5D991-6FB0-254E-9E6B-F7D6E99DADBB}" srcOrd="2" destOrd="0" presId="urn:microsoft.com/office/officeart/2005/8/layout/hierarchy1"/>
    <dgm:cxn modelId="{EF5E7BBF-AF9E-C046-ACA1-2ED9882A1CE7}" type="presParOf" srcId="{8CB805F9-AB9A-024F-B2FD-00B1C23E203E}" destId="{2CE11678-1840-E041-BF81-78DA7C2E18E5}" srcOrd="3" destOrd="0" presId="urn:microsoft.com/office/officeart/2005/8/layout/hierarchy1"/>
    <dgm:cxn modelId="{1D79AAFC-AFC6-914D-B903-E9B8B079B4B5}" type="presParOf" srcId="{2CE11678-1840-E041-BF81-78DA7C2E18E5}" destId="{A093DDE0-F592-BA47-90B8-1D10EAB4D2C2}" srcOrd="0" destOrd="0" presId="urn:microsoft.com/office/officeart/2005/8/layout/hierarchy1"/>
    <dgm:cxn modelId="{BD24D002-4D36-F64F-B582-9AFFEE9CFAC7}" type="presParOf" srcId="{A093DDE0-F592-BA47-90B8-1D10EAB4D2C2}" destId="{1F7EADFD-372D-E646-85AB-59C636000941}" srcOrd="0" destOrd="0" presId="urn:microsoft.com/office/officeart/2005/8/layout/hierarchy1"/>
    <dgm:cxn modelId="{E564565B-4F40-2B45-857C-9BB2C075EFEE}" type="presParOf" srcId="{A093DDE0-F592-BA47-90B8-1D10EAB4D2C2}" destId="{3D294D3E-6FD1-BE4B-9ED3-4A9F91238FAB}" srcOrd="1" destOrd="0" presId="urn:microsoft.com/office/officeart/2005/8/layout/hierarchy1"/>
    <dgm:cxn modelId="{ED51B981-9665-0D47-B9DD-39D5412C5666}" type="presParOf" srcId="{2CE11678-1840-E041-BF81-78DA7C2E18E5}" destId="{489870F3-98DE-9648-A949-9B54F59F61EB}" srcOrd="1" destOrd="0" presId="urn:microsoft.com/office/officeart/2005/8/layout/hierarchy1"/>
    <dgm:cxn modelId="{2EA3EA62-D2AB-2246-BFF4-2AF76A2A8A12}" type="presParOf" srcId="{8CB805F9-AB9A-024F-B2FD-00B1C23E203E}" destId="{2596C199-6225-CB49-A112-27F247ECE7BA}" srcOrd="4" destOrd="0" presId="urn:microsoft.com/office/officeart/2005/8/layout/hierarchy1"/>
    <dgm:cxn modelId="{B982B898-5455-1840-B128-ABC3229C6E4B}" type="presParOf" srcId="{8CB805F9-AB9A-024F-B2FD-00B1C23E203E}" destId="{76A2B5FE-5F06-7542-A786-A430EBA3EF4E}" srcOrd="5" destOrd="0" presId="urn:microsoft.com/office/officeart/2005/8/layout/hierarchy1"/>
    <dgm:cxn modelId="{1DB5E24A-F1D1-584C-A8D1-6E587D2F22DC}" type="presParOf" srcId="{76A2B5FE-5F06-7542-A786-A430EBA3EF4E}" destId="{5FA6A395-A876-B84E-8380-725680795781}" srcOrd="0" destOrd="0" presId="urn:microsoft.com/office/officeart/2005/8/layout/hierarchy1"/>
    <dgm:cxn modelId="{C5CB5924-E6AF-B749-B38D-3D9DCD7E35D5}" type="presParOf" srcId="{5FA6A395-A876-B84E-8380-725680795781}" destId="{1C90F586-CB6F-3F49-84E8-78CA25A25991}" srcOrd="0" destOrd="0" presId="urn:microsoft.com/office/officeart/2005/8/layout/hierarchy1"/>
    <dgm:cxn modelId="{1EA6905E-23CD-0440-ADCD-B14B485BAEDB}" type="presParOf" srcId="{5FA6A395-A876-B84E-8380-725680795781}" destId="{515728F1-38A6-B24A-9797-1CDDF1999C35}" srcOrd="1" destOrd="0" presId="urn:microsoft.com/office/officeart/2005/8/layout/hierarchy1"/>
    <dgm:cxn modelId="{8D3F9AE5-EF02-CA4E-8657-750B84A81E8F}" type="presParOf" srcId="{76A2B5FE-5F06-7542-A786-A430EBA3EF4E}" destId="{630A18DA-A9C2-3640-BCEB-32E73934FDAF}" srcOrd="1" destOrd="0" presId="urn:microsoft.com/office/officeart/2005/8/layout/hierarchy1"/>
    <dgm:cxn modelId="{C4A507C4-3876-4749-9AE0-CD426944F7CD}" type="presParOf" srcId="{8CB805F9-AB9A-024F-B2FD-00B1C23E203E}" destId="{40D14D86-1B39-7548-8D23-0EA69D1D64D9}" srcOrd="6" destOrd="0" presId="urn:microsoft.com/office/officeart/2005/8/layout/hierarchy1"/>
    <dgm:cxn modelId="{D219BCAB-9E96-ED48-BC68-F8FBA49A11CF}" type="presParOf" srcId="{8CB805F9-AB9A-024F-B2FD-00B1C23E203E}" destId="{6A5CDC33-B681-3246-9AD9-86D76C272378}" srcOrd="7" destOrd="0" presId="urn:microsoft.com/office/officeart/2005/8/layout/hierarchy1"/>
    <dgm:cxn modelId="{CC7DF9BB-A384-A848-8F51-72470062265B}" type="presParOf" srcId="{6A5CDC33-B681-3246-9AD9-86D76C272378}" destId="{4487F0D2-DC9B-1642-A48E-6EC71947324C}" srcOrd="0" destOrd="0" presId="urn:microsoft.com/office/officeart/2005/8/layout/hierarchy1"/>
    <dgm:cxn modelId="{AB1E0835-F70D-FA42-BE08-D01B6B173976}" type="presParOf" srcId="{4487F0D2-DC9B-1642-A48E-6EC71947324C}" destId="{007A6E05-C4D5-2141-B01C-DABC6C7D53CE}" srcOrd="0" destOrd="0" presId="urn:microsoft.com/office/officeart/2005/8/layout/hierarchy1"/>
    <dgm:cxn modelId="{0F9403D2-709E-B545-A882-A69F6FFCAF7E}" type="presParOf" srcId="{4487F0D2-DC9B-1642-A48E-6EC71947324C}" destId="{C84F816E-3493-644A-A12B-982678B2ECEF}" srcOrd="1" destOrd="0" presId="urn:microsoft.com/office/officeart/2005/8/layout/hierarchy1"/>
    <dgm:cxn modelId="{02C1F97E-59E7-0B48-8431-9A5761372295}" type="presParOf" srcId="{6A5CDC33-B681-3246-9AD9-86D76C272378}" destId="{276F9B00-A86A-2F44-A85B-83EDCF3200E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4BD884-5CDE-BF48-9972-5090201A2E3A}">
      <dsp:nvSpPr>
        <dsp:cNvPr id="0" name=""/>
        <dsp:cNvSpPr/>
      </dsp:nvSpPr>
      <dsp:spPr>
        <a:xfrm>
          <a:off x="575" y="784"/>
          <a:ext cx="4021110" cy="5714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Measurements 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(Domain)</a:t>
          </a:r>
        </a:p>
      </dsp:txBody>
      <dsp:txXfrm>
        <a:off x="17312" y="17521"/>
        <a:ext cx="3987636" cy="537961"/>
      </dsp:txXfrm>
    </dsp:sp>
    <dsp:sp modelId="{D1B077CC-2CAA-A844-8F00-C975737EC354}">
      <dsp:nvSpPr>
        <dsp:cNvPr id="0" name=""/>
        <dsp:cNvSpPr/>
      </dsp:nvSpPr>
      <dsp:spPr>
        <a:xfrm>
          <a:off x="4500" y="641619"/>
          <a:ext cx="1099650" cy="5714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HCV RNA 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(Concept)</a:t>
          </a:r>
        </a:p>
      </dsp:txBody>
      <dsp:txXfrm>
        <a:off x="21237" y="658356"/>
        <a:ext cx="1066176" cy="537961"/>
      </dsp:txXfrm>
    </dsp:sp>
    <dsp:sp modelId="{24A551BB-454C-514E-8DDD-EC891D022E9E}">
      <dsp:nvSpPr>
        <dsp:cNvPr id="0" name=""/>
        <dsp:cNvSpPr/>
      </dsp:nvSpPr>
      <dsp:spPr>
        <a:xfrm>
          <a:off x="1196520" y="641619"/>
          <a:ext cx="1099650" cy="5714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HBV surface antigen 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(Concept)</a:t>
          </a:r>
        </a:p>
      </dsp:txBody>
      <dsp:txXfrm>
        <a:off x="1213257" y="658356"/>
        <a:ext cx="1066176" cy="537961"/>
      </dsp:txXfrm>
    </dsp:sp>
    <dsp:sp modelId="{F71C91BA-3FF3-5D4A-A3C2-7BF050E31AE7}">
      <dsp:nvSpPr>
        <dsp:cNvPr id="0" name=""/>
        <dsp:cNvSpPr/>
      </dsp:nvSpPr>
      <dsp:spPr>
        <a:xfrm>
          <a:off x="2388541" y="641619"/>
          <a:ext cx="1629219" cy="5714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HIV Ab 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(Concept)</a:t>
          </a:r>
        </a:p>
      </dsp:txBody>
      <dsp:txXfrm>
        <a:off x="2405278" y="658356"/>
        <a:ext cx="1595745" cy="537961"/>
      </dsp:txXfrm>
    </dsp:sp>
    <dsp:sp modelId="{DD78D3D3-E9D3-1B47-9AEF-70E2E20C88B0}">
      <dsp:nvSpPr>
        <dsp:cNvPr id="0" name=""/>
        <dsp:cNvSpPr/>
      </dsp:nvSpPr>
      <dsp:spPr>
        <a:xfrm>
          <a:off x="1052268" y="1229950"/>
          <a:ext cx="1629219" cy="5714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HCV, HBV, HIV labs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(“Measurement” </a:t>
          </a:r>
          <a:r>
            <a:rPr lang="en-US" sz="900" kern="1200" dirty="0">
              <a:latin typeface="Avenir Book" panose="02000503020000020003" pitchFamily="2" charset="0"/>
            </a:rPr>
            <a:t>Concept</a:t>
          </a:r>
          <a:r>
            <a:rPr lang="en-US" sz="900" kern="1200" dirty="0"/>
            <a:t> Set)</a:t>
          </a:r>
        </a:p>
      </dsp:txBody>
      <dsp:txXfrm>
        <a:off x="1069005" y="1246687"/>
        <a:ext cx="1595745" cy="5379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D14D86-1B39-7548-8D23-0EA69D1D64D9}">
      <dsp:nvSpPr>
        <dsp:cNvPr id="0" name=""/>
        <dsp:cNvSpPr/>
      </dsp:nvSpPr>
      <dsp:spPr>
        <a:xfrm>
          <a:off x="4816078" y="1187691"/>
          <a:ext cx="2481857" cy="3937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303"/>
              </a:lnTo>
              <a:lnTo>
                <a:pt x="2481857" y="268303"/>
              </a:lnTo>
              <a:lnTo>
                <a:pt x="2481857" y="39371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96C199-6225-CB49-A112-27F247ECE7BA}">
      <dsp:nvSpPr>
        <dsp:cNvPr id="0" name=""/>
        <dsp:cNvSpPr/>
      </dsp:nvSpPr>
      <dsp:spPr>
        <a:xfrm>
          <a:off x="4816078" y="1187691"/>
          <a:ext cx="827285" cy="3937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303"/>
              </a:lnTo>
              <a:lnTo>
                <a:pt x="827285" y="268303"/>
              </a:lnTo>
              <a:lnTo>
                <a:pt x="827285" y="39371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D5D991-6FB0-254E-9E6B-F7D6E99DADBB}">
      <dsp:nvSpPr>
        <dsp:cNvPr id="0" name=""/>
        <dsp:cNvSpPr/>
      </dsp:nvSpPr>
      <dsp:spPr>
        <a:xfrm>
          <a:off x="3988792" y="1187691"/>
          <a:ext cx="827285" cy="393712"/>
        </a:xfrm>
        <a:custGeom>
          <a:avLst/>
          <a:gdLst/>
          <a:ahLst/>
          <a:cxnLst/>
          <a:rect l="0" t="0" r="0" b="0"/>
          <a:pathLst>
            <a:path>
              <a:moveTo>
                <a:pt x="827285" y="0"/>
              </a:moveTo>
              <a:lnTo>
                <a:pt x="827285" y="268303"/>
              </a:lnTo>
              <a:lnTo>
                <a:pt x="0" y="268303"/>
              </a:lnTo>
              <a:lnTo>
                <a:pt x="0" y="39371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9D5C78-8857-C446-BD48-6662FB823932}">
      <dsp:nvSpPr>
        <dsp:cNvPr id="0" name=""/>
        <dsp:cNvSpPr/>
      </dsp:nvSpPr>
      <dsp:spPr>
        <a:xfrm>
          <a:off x="2334220" y="2441029"/>
          <a:ext cx="1654571" cy="3937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303"/>
              </a:lnTo>
              <a:lnTo>
                <a:pt x="1654571" y="268303"/>
              </a:lnTo>
              <a:lnTo>
                <a:pt x="1654571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C72FC0-5DC6-1F40-BA1C-B9E0400B66A5}">
      <dsp:nvSpPr>
        <dsp:cNvPr id="0" name=""/>
        <dsp:cNvSpPr/>
      </dsp:nvSpPr>
      <dsp:spPr>
        <a:xfrm>
          <a:off x="2334220" y="3694367"/>
          <a:ext cx="827285" cy="3937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303"/>
              </a:lnTo>
              <a:lnTo>
                <a:pt x="827285" y="268303"/>
              </a:lnTo>
              <a:lnTo>
                <a:pt x="827285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06801D-D181-E349-AC82-4493D341FD62}">
      <dsp:nvSpPr>
        <dsp:cNvPr id="0" name=""/>
        <dsp:cNvSpPr/>
      </dsp:nvSpPr>
      <dsp:spPr>
        <a:xfrm>
          <a:off x="1506934" y="3694367"/>
          <a:ext cx="827285" cy="393712"/>
        </a:xfrm>
        <a:custGeom>
          <a:avLst/>
          <a:gdLst/>
          <a:ahLst/>
          <a:cxnLst/>
          <a:rect l="0" t="0" r="0" b="0"/>
          <a:pathLst>
            <a:path>
              <a:moveTo>
                <a:pt x="827285" y="0"/>
              </a:moveTo>
              <a:lnTo>
                <a:pt x="827285" y="268303"/>
              </a:lnTo>
              <a:lnTo>
                <a:pt x="0" y="268303"/>
              </a:lnTo>
              <a:lnTo>
                <a:pt x="0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305311-5D44-844D-A214-AE8C71286F5A}">
      <dsp:nvSpPr>
        <dsp:cNvPr id="0" name=""/>
        <dsp:cNvSpPr/>
      </dsp:nvSpPr>
      <dsp:spPr>
        <a:xfrm>
          <a:off x="2288500" y="2441029"/>
          <a:ext cx="91440" cy="3937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49D93C-4944-854E-8B56-8DF0A9E144FB}">
      <dsp:nvSpPr>
        <dsp:cNvPr id="0" name=""/>
        <dsp:cNvSpPr/>
      </dsp:nvSpPr>
      <dsp:spPr>
        <a:xfrm>
          <a:off x="679648" y="2441029"/>
          <a:ext cx="1654571" cy="393712"/>
        </a:xfrm>
        <a:custGeom>
          <a:avLst/>
          <a:gdLst/>
          <a:ahLst/>
          <a:cxnLst/>
          <a:rect l="0" t="0" r="0" b="0"/>
          <a:pathLst>
            <a:path>
              <a:moveTo>
                <a:pt x="1654571" y="0"/>
              </a:moveTo>
              <a:lnTo>
                <a:pt x="1654571" y="268303"/>
              </a:lnTo>
              <a:lnTo>
                <a:pt x="0" y="268303"/>
              </a:lnTo>
              <a:lnTo>
                <a:pt x="0" y="3937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19EBB7-18E9-2A40-920A-13A0FD9DD72E}">
      <dsp:nvSpPr>
        <dsp:cNvPr id="0" name=""/>
        <dsp:cNvSpPr/>
      </dsp:nvSpPr>
      <dsp:spPr>
        <a:xfrm>
          <a:off x="2334220" y="1187691"/>
          <a:ext cx="2481857" cy="393712"/>
        </a:xfrm>
        <a:custGeom>
          <a:avLst/>
          <a:gdLst/>
          <a:ahLst/>
          <a:cxnLst/>
          <a:rect l="0" t="0" r="0" b="0"/>
          <a:pathLst>
            <a:path>
              <a:moveTo>
                <a:pt x="2481857" y="0"/>
              </a:moveTo>
              <a:lnTo>
                <a:pt x="2481857" y="268303"/>
              </a:lnTo>
              <a:lnTo>
                <a:pt x="0" y="268303"/>
              </a:lnTo>
              <a:lnTo>
                <a:pt x="0" y="39371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328983-37D5-9B43-BC65-1303DA9E504B}">
      <dsp:nvSpPr>
        <dsp:cNvPr id="0" name=""/>
        <dsp:cNvSpPr/>
      </dsp:nvSpPr>
      <dsp:spPr>
        <a:xfrm>
          <a:off x="4139207" y="328066"/>
          <a:ext cx="1353740" cy="859625"/>
        </a:xfrm>
        <a:prstGeom prst="roundRect">
          <a:avLst>
            <a:gd name="adj" fmla="val 10000"/>
          </a:avLst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0F9680-A9E1-1348-A090-FDA03091B201}">
      <dsp:nvSpPr>
        <dsp:cNvPr id="0" name=""/>
        <dsp:cNvSpPr/>
      </dsp:nvSpPr>
      <dsp:spPr>
        <a:xfrm>
          <a:off x="4289623" y="470960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Heart disease</a:t>
          </a:r>
        </a:p>
      </dsp:txBody>
      <dsp:txXfrm>
        <a:off x="4314801" y="496138"/>
        <a:ext cx="1303384" cy="809269"/>
      </dsp:txXfrm>
    </dsp:sp>
    <dsp:sp modelId="{FBD2DFE1-EDBA-3344-B01A-E6D1A0BD2508}">
      <dsp:nvSpPr>
        <dsp:cNvPr id="0" name=""/>
        <dsp:cNvSpPr/>
      </dsp:nvSpPr>
      <dsp:spPr>
        <a:xfrm>
          <a:off x="1657350" y="1581404"/>
          <a:ext cx="1353740" cy="859625"/>
        </a:xfrm>
        <a:prstGeom prst="roundRect">
          <a:avLst>
            <a:gd name="adj" fmla="val 10000"/>
          </a:avLst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50B67E-7C1D-C741-AE36-4D5FEEC5A655}">
      <dsp:nvSpPr>
        <dsp:cNvPr id="0" name=""/>
        <dsp:cNvSpPr/>
      </dsp:nvSpPr>
      <dsp:spPr>
        <a:xfrm>
          <a:off x="1807765" y="1724299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Cardiac arrhythmia</a:t>
          </a:r>
        </a:p>
      </dsp:txBody>
      <dsp:txXfrm>
        <a:off x="1832943" y="1749477"/>
        <a:ext cx="1303384" cy="809269"/>
      </dsp:txXfrm>
    </dsp:sp>
    <dsp:sp modelId="{D85FABB1-5524-FB44-A35B-E6D4A1B4B1A6}">
      <dsp:nvSpPr>
        <dsp:cNvPr id="0" name=""/>
        <dsp:cNvSpPr/>
      </dsp:nvSpPr>
      <dsp:spPr>
        <a:xfrm>
          <a:off x="2778" y="2834742"/>
          <a:ext cx="1353740" cy="859625"/>
        </a:xfrm>
        <a:prstGeom prst="roundRect">
          <a:avLst>
            <a:gd name="adj" fmla="val 10000"/>
          </a:avLst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ABD26D-C24A-E043-8E0F-1CC8B9D45C40}">
      <dsp:nvSpPr>
        <dsp:cNvPr id="0" name=""/>
        <dsp:cNvSpPr/>
      </dsp:nvSpPr>
      <dsp:spPr>
        <a:xfrm>
          <a:off x="153193" y="2977637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Cardiac arrest</a:t>
          </a:r>
        </a:p>
      </dsp:txBody>
      <dsp:txXfrm>
        <a:off x="178371" y="3002815"/>
        <a:ext cx="1303384" cy="809269"/>
      </dsp:txXfrm>
    </dsp:sp>
    <dsp:sp modelId="{09223196-1DFC-174A-AAC3-14B6604284E2}">
      <dsp:nvSpPr>
        <dsp:cNvPr id="0" name=""/>
        <dsp:cNvSpPr/>
      </dsp:nvSpPr>
      <dsp:spPr>
        <a:xfrm>
          <a:off x="1657350" y="2834742"/>
          <a:ext cx="1353740" cy="859625"/>
        </a:xfrm>
        <a:prstGeom prst="roundRect">
          <a:avLst>
            <a:gd name="adj" fmla="val 10000"/>
          </a:avLst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01160B-5979-EA4A-92F7-D431A605DCAC}">
      <dsp:nvSpPr>
        <dsp:cNvPr id="0" name=""/>
        <dsp:cNvSpPr/>
      </dsp:nvSpPr>
      <dsp:spPr>
        <a:xfrm>
          <a:off x="1807765" y="2977637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Supraventricular arrythmia</a:t>
          </a:r>
        </a:p>
      </dsp:txBody>
      <dsp:txXfrm>
        <a:off x="1832943" y="3002815"/>
        <a:ext cx="1303384" cy="809269"/>
      </dsp:txXfrm>
    </dsp:sp>
    <dsp:sp modelId="{C6AC1CEA-1BB0-874F-80E2-1CF493D7D182}">
      <dsp:nvSpPr>
        <dsp:cNvPr id="0" name=""/>
        <dsp:cNvSpPr/>
      </dsp:nvSpPr>
      <dsp:spPr>
        <a:xfrm>
          <a:off x="830064" y="4088080"/>
          <a:ext cx="1353740" cy="859625"/>
        </a:xfrm>
        <a:prstGeom prst="roundRect">
          <a:avLst>
            <a:gd name="adj" fmla="val 10000"/>
          </a:avLst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7F57F6-B8C7-494F-B2DE-8CB7FB32D725}">
      <dsp:nvSpPr>
        <dsp:cNvPr id="0" name=""/>
        <dsp:cNvSpPr/>
      </dsp:nvSpPr>
      <dsp:spPr>
        <a:xfrm>
          <a:off x="980479" y="4230975"/>
          <a:ext cx="1353740" cy="859625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Atrial fibrillation</a:t>
          </a:r>
        </a:p>
      </dsp:txBody>
      <dsp:txXfrm>
        <a:off x="1005657" y="4256153"/>
        <a:ext cx="1303384" cy="809269"/>
      </dsp:txXfrm>
    </dsp:sp>
    <dsp:sp modelId="{F5C227BC-2A1B-0443-A781-50F928832A26}">
      <dsp:nvSpPr>
        <dsp:cNvPr id="0" name=""/>
        <dsp:cNvSpPr/>
      </dsp:nvSpPr>
      <dsp:spPr>
        <a:xfrm>
          <a:off x="2484635" y="4088080"/>
          <a:ext cx="1353740" cy="859625"/>
        </a:xfrm>
        <a:prstGeom prst="roundRect">
          <a:avLst>
            <a:gd name="adj" fmla="val 10000"/>
          </a:avLst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C4F66C-7E75-FA49-93FB-90887BDD3039}">
      <dsp:nvSpPr>
        <dsp:cNvPr id="0" name=""/>
        <dsp:cNvSpPr/>
      </dsp:nvSpPr>
      <dsp:spPr>
        <a:xfrm>
          <a:off x="2635051" y="4230975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Etc.</a:t>
          </a:r>
        </a:p>
      </dsp:txBody>
      <dsp:txXfrm>
        <a:off x="2660229" y="4256153"/>
        <a:ext cx="1303384" cy="809269"/>
      </dsp:txXfrm>
    </dsp:sp>
    <dsp:sp modelId="{9A7DFF09-8369-8247-A19F-5BE1AE9D9CDD}">
      <dsp:nvSpPr>
        <dsp:cNvPr id="0" name=""/>
        <dsp:cNvSpPr/>
      </dsp:nvSpPr>
      <dsp:spPr>
        <a:xfrm>
          <a:off x="3311921" y="2834742"/>
          <a:ext cx="1353740" cy="859625"/>
        </a:xfrm>
        <a:prstGeom prst="roundRect">
          <a:avLst>
            <a:gd name="adj" fmla="val 10000"/>
          </a:avLst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32AB1E-B62D-2946-A4A9-997482CDC1EF}">
      <dsp:nvSpPr>
        <dsp:cNvPr id="0" name=""/>
        <dsp:cNvSpPr/>
      </dsp:nvSpPr>
      <dsp:spPr>
        <a:xfrm>
          <a:off x="3462337" y="2977637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Etc.</a:t>
          </a:r>
        </a:p>
      </dsp:txBody>
      <dsp:txXfrm>
        <a:off x="3487515" y="3002815"/>
        <a:ext cx="1303384" cy="809269"/>
      </dsp:txXfrm>
    </dsp:sp>
    <dsp:sp modelId="{1F7EADFD-372D-E646-85AB-59C636000941}">
      <dsp:nvSpPr>
        <dsp:cNvPr id="0" name=""/>
        <dsp:cNvSpPr/>
      </dsp:nvSpPr>
      <dsp:spPr>
        <a:xfrm>
          <a:off x="3311921" y="1581404"/>
          <a:ext cx="1353740" cy="859625"/>
        </a:xfrm>
        <a:prstGeom prst="roundRect">
          <a:avLst>
            <a:gd name="adj" fmla="val 10000"/>
          </a:avLst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294D3E-6FD1-BE4B-9ED3-4A9F91238FAB}">
      <dsp:nvSpPr>
        <dsp:cNvPr id="0" name=""/>
        <dsp:cNvSpPr/>
      </dsp:nvSpPr>
      <dsp:spPr>
        <a:xfrm>
          <a:off x="3462337" y="1724299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Acute heart disease</a:t>
          </a:r>
        </a:p>
      </dsp:txBody>
      <dsp:txXfrm>
        <a:off x="3487515" y="1749477"/>
        <a:ext cx="1303384" cy="809269"/>
      </dsp:txXfrm>
    </dsp:sp>
    <dsp:sp modelId="{1C90F586-CB6F-3F49-84E8-78CA25A25991}">
      <dsp:nvSpPr>
        <dsp:cNvPr id="0" name=""/>
        <dsp:cNvSpPr/>
      </dsp:nvSpPr>
      <dsp:spPr>
        <a:xfrm>
          <a:off x="4966493" y="1581404"/>
          <a:ext cx="1353740" cy="859625"/>
        </a:xfrm>
        <a:prstGeom prst="roundRect">
          <a:avLst>
            <a:gd name="adj" fmla="val 10000"/>
          </a:avLst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5728F1-38A6-B24A-9797-1CDDF1999C35}">
      <dsp:nvSpPr>
        <dsp:cNvPr id="0" name=""/>
        <dsp:cNvSpPr/>
      </dsp:nvSpPr>
      <dsp:spPr>
        <a:xfrm>
          <a:off x="5116909" y="1724299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Athlete's heart</a:t>
          </a:r>
        </a:p>
      </dsp:txBody>
      <dsp:txXfrm>
        <a:off x="5142087" y="1749477"/>
        <a:ext cx="1303384" cy="809269"/>
      </dsp:txXfrm>
    </dsp:sp>
    <dsp:sp modelId="{007A6E05-C4D5-2141-B01C-DABC6C7D53CE}">
      <dsp:nvSpPr>
        <dsp:cNvPr id="0" name=""/>
        <dsp:cNvSpPr/>
      </dsp:nvSpPr>
      <dsp:spPr>
        <a:xfrm>
          <a:off x="6621065" y="1581404"/>
          <a:ext cx="1353740" cy="859625"/>
        </a:xfrm>
        <a:prstGeom prst="roundRect">
          <a:avLst>
            <a:gd name="adj" fmla="val 10000"/>
          </a:avLst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4F816E-3493-644A-A12B-982678B2ECEF}">
      <dsp:nvSpPr>
        <dsp:cNvPr id="0" name=""/>
        <dsp:cNvSpPr/>
      </dsp:nvSpPr>
      <dsp:spPr>
        <a:xfrm>
          <a:off x="6771481" y="1724299"/>
          <a:ext cx="1353740" cy="8596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Etc.</a:t>
          </a:r>
        </a:p>
      </dsp:txBody>
      <dsp:txXfrm>
        <a:off x="6796659" y="1749477"/>
        <a:ext cx="1303384" cy="8092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FCB948-09BC-2841-BEF4-5596A05DBF3B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063D18-62C2-6848-BA7C-F1F8FFC88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770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063D18-62C2-6848-BA7C-F1F8FFC882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614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93B9F-D434-46DC-5BEF-52C2653A0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5220EF-04EC-56E8-8825-961DE75DF7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C24DD0-D74E-EDA3-6B40-929631E76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52217-3C96-80B5-9078-CEA0C9D627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B4ED3A-914E-6443-A2E7-C28A873C6BC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840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group includes:</a:t>
            </a:r>
          </a:p>
          <a:p>
            <a:r>
              <a:rPr lang="en-US" dirty="0"/>
              <a:t>- Age: 25 to 65 years old</a:t>
            </a:r>
          </a:p>
          <a:p>
            <a:r>
              <a:rPr lang="en-US" dirty="0"/>
              <a:t>- Ethnicity: Hispanic and Non-Hispanic</a:t>
            </a:r>
          </a:p>
          <a:p>
            <a:r>
              <a:rPr lang="en-US" dirty="0"/>
              <a:t>- Gender: Men and Women</a:t>
            </a:r>
          </a:p>
          <a:p>
            <a:r>
              <a:rPr lang="en-US" dirty="0"/>
              <a:t>- Race: White, Black, Asian</a:t>
            </a:r>
          </a:p>
          <a:p>
            <a:r>
              <a:rPr lang="en-US" dirty="0"/>
              <a:t>- Condition: HAS Diabetes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063D18-62C2-6848-BA7C-F1F8FFC882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802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group includes:</a:t>
            </a:r>
          </a:p>
          <a:p>
            <a:r>
              <a:rPr lang="en-US" dirty="0"/>
              <a:t>- Age: 25 to 65 years old</a:t>
            </a:r>
          </a:p>
          <a:p>
            <a:r>
              <a:rPr lang="en-US" dirty="0"/>
              <a:t>- Ethnicity: Hispanic and Non-Hispanic</a:t>
            </a:r>
          </a:p>
          <a:p>
            <a:r>
              <a:rPr lang="en-US" dirty="0"/>
              <a:t>- Gender: Men and Women</a:t>
            </a:r>
          </a:p>
          <a:p>
            <a:r>
              <a:rPr lang="en-US" dirty="0"/>
              <a:t>- Race: White, Black, Asian</a:t>
            </a:r>
          </a:p>
          <a:p>
            <a:r>
              <a:rPr lang="en-US" dirty="0"/>
              <a:t>- Condition: NO Diabetes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063D18-62C2-6848-BA7C-F1F8FFC882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6319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584EC-A1EE-FF74-C17C-1956F17AA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242831-B970-270A-1263-824A8BDDD1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2B4EC6-72D8-4C9D-8784-40AA4D2503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1765E-B2A3-5336-353C-9CF85B2E12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B4ED3A-914E-6443-A2E7-C28A873C6BC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3598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5924E-23EB-39FD-469B-ECEBC0819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8B805A-1F96-7E03-6E66-BD496565D3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19AE6A-E064-34F5-FB82-3C6DDDAAC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5B006-E8FB-1FBF-FAC1-C3DD29DAB4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B4ED3A-914E-6443-A2E7-C28A873C6BC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0027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e475f50ea5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e475f50ea5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277985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PTSD_survey</a:t>
            </a:r>
            <a:endParaRPr lang="en-US" dirty="0"/>
          </a:p>
          <a:p>
            <a:endParaRPr lang="en-US" dirty="0"/>
          </a:p>
          <a:p>
            <a:r>
              <a:rPr lang="en-US" dirty="0"/>
              <a:t>- PTSD Doctor</a:t>
            </a:r>
          </a:p>
          <a:p>
            <a:r>
              <a:rPr lang="en-US" dirty="0"/>
              <a:t>- PTSD Meds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063D18-62C2-6848-BA7C-F1F8FFC8824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6721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063D18-62C2-6848-BA7C-F1F8FFC8824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8437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D4134-1D29-656D-C2BC-36AE8B81C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69DF46-235B-152F-C7C3-6C91FA84AF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3609A8-6257-96D2-8419-1ECAE8B8C7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05FBE-2ADE-DF5D-A5BF-7C177851EE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063D18-62C2-6848-BA7C-F1F8FFC8824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4492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063D18-62C2-6848-BA7C-F1F8FFC8824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078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20702-8817-292E-749D-068ACE9015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82E3A3-134B-3487-B7F0-8CE1B90E59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13EFC-F4EA-30E8-8912-ACFBDBE28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46EF3-134A-4945-918A-FA0C4DB9ECA1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34D85-D772-1CCD-9276-6E84747CC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DD3F9-EC7D-0B46-611B-B93D1D762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F2095-07F7-4147-A059-AE7D1171B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277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D33D5-05D2-408E-0CB8-D9FB0428B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43799-6D15-F9F7-3947-B2379BB34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053F7-C0B3-FCFD-A18E-6D046D86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46EF3-134A-4945-918A-FA0C4DB9ECA1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7FB8B-8527-049C-4E44-D733BD16B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DBC56-65CC-E349-035E-361B42A56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F2095-07F7-4147-A059-AE7D1171B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119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AD4D6-C5A8-25FE-C7B2-4D0F16876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EA0032-CDAB-A948-69C1-35B3D5289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90759-C2DF-8D84-56A1-6994ECE6F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46EF3-134A-4945-918A-FA0C4DB9ECA1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1AB4D-ADE8-9F88-B0CD-67E83083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BB677-29A3-A422-2434-7C883149F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F2095-07F7-4147-A059-AE7D1171B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96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CCDE2-0BF2-919A-5E11-11D255CC1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A8371-3640-CFC4-20A6-69E8F947F0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305AA5-56CE-36A7-E191-2464235B6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2ECF71-6919-7744-7CB4-65D211687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46EF3-134A-4945-918A-FA0C4DB9ECA1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87A569-EB8D-4C60-3D2A-85031445B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42CC8-CBE1-4764-A06A-2ADA2FEAA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F2095-07F7-4147-A059-AE7D1171B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038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E80CB-3464-0098-7360-2EA838194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9AF62D-AF08-A668-04D9-2D68F8C8EC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CE7DA5-BC68-EB82-DFE8-63A55525E6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F038AC-9B79-1389-5742-FD89E5B9F9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ABDD35-67EC-FA9C-0A7F-93D922A255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DB7192-BF9A-121E-7B6F-6A651B5A8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46EF3-134A-4945-918A-FA0C4DB9ECA1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0273D3-9F8F-0C8A-10AF-5FB49CE21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664F0C-DD91-35A2-CAE4-B4B135F38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F2095-07F7-4147-A059-AE7D1171B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899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88879-B23C-33CC-E66F-24E88C747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E35FE8-923C-1549-6535-4B48ECC98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46EF3-134A-4945-918A-FA0C4DB9ECA1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3B3A9-F148-09BD-ECEC-069CB5031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B01B79-A5B2-A9DF-3D3C-F11AAB9C9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F2095-07F7-4147-A059-AE7D1171B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32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8FC288-5278-4EA8-DB65-261F6B5E2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46EF3-134A-4945-918A-FA0C4DB9ECA1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25FD0B-EFD9-FAE0-0F27-ECA294298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476EFD-E6D9-4DFF-79AE-56C1337D0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F2095-07F7-4147-A059-AE7D1171B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961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E5C4A-BCD9-1926-88CC-59025641C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86BF6-3637-CA8C-AD3C-4473308C0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39D7BD-FE35-D3A7-188F-217E2E1515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371CA-1C5E-BEB8-5125-5732A699A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46EF3-134A-4945-918A-FA0C4DB9ECA1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8F6E7-6273-FC24-FE15-48F708423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BA8330-FE14-1E10-98FC-4E4237488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F2095-07F7-4147-A059-AE7D1171B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093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A096A-6D46-3837-0D59-445EA90D6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A8CBE0-B7FF-EDD5-9FAF-DC2579FDC1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1287A6-FA60-EE39-A353-4E7B513D7F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8438C-BAB7-3662-38C8-9DEEDF68D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46EF3-134A-4945-918A-FA0C4DB9ECA1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1A6420-2F7E-DCEF-3B60-2217DF451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2FB323-D686-91BA-706C-794C893A1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F2095-07F7-4147-A059-AE7D1171B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633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6B606-7EC5-1669-7E4D-F3EB4E419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E6E260-C1FD-DC56-25E6-49BC859ED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1D12B-B43D-8809-B4C7-0404F9F4A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46EF3-134A-4945-918A-FA0C4DB9ECA1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BF1C5-E532-6AB7-6979-2E63AAC44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AF492-577F-9B61-B4E7-888E732F6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F2095-07F7-4147-A059-AE7D1171B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026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777763-043D-387F-C88F-F8AE31170A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EAC1A0-490A-8764-49C1-CAE0F36AC8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FC268-E186-CC41-96AD-8C6943A9B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46EF3-134A-4945-918A-FA0C4DB9ECA1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A6C0C-AD05-E04E-E244-33FAC92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90A89-6A63-19A1-2AEA-ED1818D36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F2095-07F7-4147-A059-AE7D1171B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8381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 with pictur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C19243-FD55-0C4B-85ED-C961C8BBE12B}"/>
              </a:ext>
            </a:extLst>
          </p:cNvPr>
          <p:cNvSpPr/>
          <p:nvPr userDrawn="1"/>
        </p:nvSpPr>
        <p:spPr>
          <a:xfrm>
            <a:off x="0" y="0"/>
            <a:ext cx="404368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748675B-48D6-79E2-5C34-D4B438BAC43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43680" y="0"/>
            <a:ext cx="814832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8D125-6703-D6A3-E599-4C3C1DC563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4357" y="1597735"/>
            <a:ext cx="3034570" cy="1376693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A1C18EDC-9FCD-1109-ADAE-E5F5E5125E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7984" y="3185056"/>
            <a:ext cx="3030943" cy="266700"/>
          </a:xfrm>
        </p:spPr>
        <p:txBody>
          <a:bodyPr>
            <a:noAutofit/>
          </a:bodyPr>
          <a:lstStyle>
            <a:lvl1pPr marL="0" indent="0">
              <a:buNone/>
              <a:defRPr sz="18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2286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5A8D130-1C69-1BD2-F58D-F50B260A698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20536CB-881F-59B7-31D9-62AE33FA4BE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776CA37-87B5-8A7A-347E-D52BED39990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48469FB-C78A-B94B-B04A-B5BC8C934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5918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72232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57A8CE-37C6-0AD5-F0E0-2BFEEF1A6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2B5066-1A5D-9763-0417-F4D4A8ABF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FD992-65AB-4D99-B2BF-BD4AFAB349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046EF3-134A-4945-918A-FA0C4DB9ECA1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BC421-1511-CBB8-E617-07BD6C41C4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59EA5-A334-9C82-9866-A4D2F4DA7A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EF2095-07F7-4147-A059-AE7D1171B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178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75406-4F4D-6E7B-1AF0-31D79070A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8262"/>
            <a:ext cx="9144000" cy="4181476"/>
          </a:xfrm>
        </p:spPr>
        <p:txBody>
          <a:bodyPr>
            <a:noAutofit/>
          </a:bodyPr>
          <a:lstStyle/>
          <a:p>
            <a:r>
              <a:rPr lang="en-US" sz="14900" dirty="0"/>
              <a:t>Cohort Builder</a:t>
            </a:r>
          </a:p>
        </p:txBody>
      </p:sp>
    </p:spTree>
    <p:extLst>
      <p:ext uri="{BB962C8B-B14F-4D97-AF65-F5344CB8AC3E}">
        <p14:creationId xmlns:p14="http://schemas.microsoft.com/office/powerpoint/2010/main" val="1870223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0730D-5F99-151C-8D41-B39EF585E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0FDC6CE0-8420-0C81-4A25-D7443EA3298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072418" y="772990"/>
            <a:ext cx="6323463" cy="404467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Avenir Book" panose="02000503020000020003" pitchFamily="2" charset="0"/>
              </a:rPr>
              <a:t>Subset your study population from all participants based on specified criteria using AND/OR operators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latin typeface="Avenir Book" panose="02000503020000020003" pitchFamily="2" charset="0"/>
              </a:rPr>
              <a:t>Demographics, conditions, measurements, medications, procedures, and surveys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en-US" sz="1800" dirty="0">
              <a:latin typeface="Avenir Book" panose="02000503020000020003" pitchFamily="2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Avenir Book" panose="02000503020000020003" pitchFamily="2" charset="0"/>
              </a:rPr>
              <a:t>Easily select inclusion and exclusion criteria</a:t>
            </a:r>
            <a:br>
              <a:rPr lang="en-US" sz="2000" dirty="0">
                <a:latin typeface="Avenir Book" panose="02000503020000020003" pitchFamily="2" charset="0"/>
              </a:rPr>
            </a:br>
            <a:endParaRPr lang="en-US" sz="2000" dirty="0">
              <a:latin typeface="Avenir Book" panose="02000503020000020003" pitchFamily="2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Avenir Book" panose="02000503020000020003" pitchFamily="2" charset="0"/>
              </a:rPr>
              <a:t>Add temporal events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latin typeface="Avenir Book" panose="02000503020000020003" pitchFamily="2" charset="0"/>
              </a:rPr>
              <a:t>Illness occurs N days before medication was prescribed</a:t>
            </a:r>
          </a:p>
          <a:p>
            <a:pPr marL="457200" lvl="2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400" dirty="0">
              <a:latin typeface="Avenir Book" panose="02000503020000020003" pitchFamily="2" charset="0"/>
            </a:endParaRPr>
          </a:p>
          <a:p>
            <a:pPr marL="457200" lvl="2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400" dirty="0">
              <a:latin typeface="Avenir Book" panose="02000503020000020003" pitchFamily="2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52A16-863C-741B-8467-E0F4FBF33E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68656" y="3330054"/>
            <a:ext cx="2760849" cy="27077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Cohort builder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F76C4-8D97-CB27-9429-0D538717198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48469FB-C78A-B94B-B04A-B5BC8C934F85}" type="slidenum">
              <a:rPr lang="en-US" smtClean="0"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166998-8E29-B59E-0AC6-67C25E4B7748}"/>
              </a:ext>
            </a:extLst>
          </p:cNvPr>
          <p:cNvSpPr txBox="1"/>
          <p:nvPr/>
        </p:nvSpPr>
        <p:spPr>
          <a:xfrm>
            <a:off x="5181599" y="4141738"/>
            <a:ext cx="648568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Avenir Book" panose="02000503020000020003" pitchFamily="2" charset="0"/>
              </a:rPr>
              <a:t>Example criteria: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>
                <a:latin typeface="Avenir Book" panose="02000503020000020003" pitchFamily="2" charset="0"/>
              </a:rPr>
              <a:t>Race</a:t>
            </a:r>
            <a:r>
              <a:rPr lang="en-US" dirty="0">
                <a:latin typeface="Avenir Book" panose="02000503020000020003" pitchFamily="2" charset="0"/>
              </a:rPr>
              <a:t> -&gt; </a:t>
            </a:r>
            <a:r>
              <a:rPr lang="en-US" b="1" dirty="0">
                <a:latin typeface="Avenir Book" panose="02000503020000020003" pitchFamily="2" charset="0"/>
              </a:rPr>
              <a:t>White, Black, Asian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>
                <a:latin typeface="Avenir Book" panose="02000503020000020003" pitchFamily="2" charset="0"/>
              </a:rPr>
              <a:t>Gender</a:t>
            </a:r>
            <a:r>
              <a:rPr lang="en-US" b="1" dirty="0">
                <a:latin typeface="Avenir Book" panose="02000503020000020003" pitchFamily="2" charset="0"/>
              </a:rPr>
              <a:t> -&gt; Men and Woman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u="sng" dirty="0">
                <a:latin typeface="Avenir Book" panose="02000503020000020003" pitchFamily="2" charset="0"/>
              </a:rPr>
              <a:t>Age</a:t>
            </a:r>
            <a:r>
              <a:rPr lang="en-US" sz="1800" b="1" dirty="0">
                <a:latin typeface="Avenir Book" panose="02000503020000020003" pitchFamily="2" charset="0"/>
              </a:rPr>
              <a:t> -&gt; </a:t>
            </a:r>
            <a:r>
              <a:rPr lang="en-US" b="1" dirty="0">
                <a:latin typeface="Avenir Book" panose="02000503020000020003" pitchFamily="2" charset="0"/>
              </a:rPr>
              <a:t>25</a:t>
            </a:r>
            <a:r>
              <a:rPr lang="en-US" sz="1800" dirty="0">
                <a:latin typeface="Avenir Book" panose="02000503020000020003" pitchFamily="2" charset="0"/>
              </a:rPr>
              <a:t> </a:t>
            </a:r>
            <a:r>
              <a:rPr lang="en-US" b="1" dirty="0">
                <a:latin typeface="Avenir Book" panose="02000503020000020003" pitchFamily="2" charset="0"/>
              </a:rPr>
              <a:t>to 50 years ole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u="sng" dirty="0">
                <a:latin typeface="Avenir Book" panose="02000503020000020003" pitchFamily="2" charset="0"/>
              </a:rPr>
              <a:t>Condition</a:t>
            </a:r>
            <a:r>
              <a:rPr lang="en-US" sz="1800" dirty="0">
                <a:latin typeface="Avenir Book" panose="02000503020000020003" pitchFamily="2" charset="0"/>
              </a:rPr>
              <a:t> - Diagnosed </a:t>
            </a:r>
            <a:r>
              <a:rPr lang="en-US" sz="1800" dirty="0">
                <a:highlight>
                  <a:srgbClr val="FFFF00"/>
                </a:highlight>
                <a:latin typeface="Avenir Book" panose="02000503020000020003" pitchFamily="2" charset="0"/>
              </a:rPr>
              <a:t>with/without </a:t>
            </a:r>
            <a:r>
              <a:rPr lang="en-US" sz="1800" b="1" dirty="0">
                <a:latin typeface="Avenir Book" panose="02000503020000020003" pitchFamily="2" charset="0"/>
              </a:rPr>
              <a:t>Diabetes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u="sng" dirty="0">
                <a:latin typeface="Avenir Book" panose="02000503020000020003" pitchFamily="2" charset="0"/>
              </a:rPr>
              <a:t>Survey</a:t>
            </a:r>
            <a:r>
              <a:rPr lang="en-US" sz="1800" dirty="0">
                <a:latin typeface="Avenir Book" panose="02000503020000020003" pitchFamily="2" charset="0"/>
              </a:rPr>
              <a:t> –PTSD medications and PTSD medical provider</a:t>
            </a:r>
            <a:endParaRPr lang="en-US" sz="1800" b="1" dirty="0">
              <a:latin typeface="Avenir Book" panose="02000503020000020003" pitchFamily="2" charset="0"/>
            </a:endParaRPr>
          </a:p>
          <a:p>
            <a:endParaRPr lang="en-US" dirty="0">
              <a:latin typeface="Avenir Book" panose="02000503020000020003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8720A1-3574-226E-B734-6860BDE79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890981"/>
            <a:ext cx="2870579" cy="2655112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7E2200D-F983-A369-C1D3-DB6D7220E03E}"/>
              </a:ext>
            </a:extLst>
          </p:cNvPr>
          <p:cNvSpPr txBox="1">
            <a:spLocks/>
          </p:cNvSpPr>
          <p:nvPr/>
        </p:nvSpPr>
        <p:spPr>
          <a:xfrm>
            <a:off x="609599" y="1678675"/>
            <a:ext cx="3201909" cy="12142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YaleNew" panose="02000602050000020003" pitchFamily="2" charset="77"/>
              </a:rPr>
              <a:t>Accessing </a:t>
            </a:r>
          </a:p>
          <a:p>
            <a:r>
              <a:rPr lang="en-US">
                <a:latin typeface="YaleNew" panose="02000602050000020003" pitchFamily="2" charset="77"/>
              </a:rPr>
              <a:t>Data</a:t>
            </a:r>
            <a:endParaRPr lang="en-US" dirty="0">
              <a:latin typeface="YaleNew" panose="02000602050000020003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67016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B31F8-0F89-F5BB-351C-2E2892B73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9C631-D7A2-9D30-11F0-5EA0FCEAC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8626"/>
            <a:ext cx="9144000" cy="1138238"/>
          </a:xfrm>
        </p:spPr>
        <p:txBody>
          <a:bodyPr/>
          <a:lstStyle/>
          <a:p>
            <a:r>
              <a:rPr lang="en-US" dirty="0" err="1"/>
              <a:t>Diabetes_study_group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D05E44-CC80-E696-C316-847854F68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206" y="1695450"/>
            <a:ext cx="8891587" cy="4910713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DBC5D227-B693-6047-6B91-557DABBFF801}"/>
              </a:ext>
            </a:extLst>
          </p:cNvPr>
          <p:cNvSpPr/>
          <p:nvPr/>
        </p:nvSpPr>
        <p:spPr>
          <a:xfrm>
            <a:off x="3371852" y="2114550"/>
            <a:ext cx="442913" cy="44291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954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08DEB-9C9C-6E49-E4A5-7649BC380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Diabetes_study_group</a:t>
            </a:r>
            <a:r>
              <a:rPr lang="en-US" dirty="0"/>
              <a:t>: INCLUDE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20F77F-5F51-17C1-1DB6-8E7FEBFEA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04" y="1690688"/>
            <a:ext cx="9025665" cy="47958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7B6FFA-739E-4F80-0DBB-FE25C5430493}"/>
              </a:ext>
            </a:extLst>
          </p:cNvPr>
          <p:cNvSpPr txBox="1"/>
          <p:nvPr/>
        </p:nvSpPr>
        <p:spPr>
          <a:xfrm>
            <a:off x="5553774" y="1551902"/>
            <a:ext cx="6239642" cy="40934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 at Consent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Participant's age when they first enrolled in the All of Us program.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Age &amp; Age at CDR Date 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Participant's age as of the latest data release cutoff date.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Age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because it is the </a:t>
            </a: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concise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and intuitive term. 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choose </a:t>
            </a: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 at CDR Date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to directly reference the technical name associated with the </a:t>
            </a: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OMOP Common Data Model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and the versioning metadata.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729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C5821-EF25-D2F3-6E73-BC2E5F329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06D4D-ACCA-76FE-FC11-AA5D57C04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Diabetes_study_group</a:t>
            </a:r>
            <a:r>
              <a:rPr lang="en-US" dirty="0"/>
              <a:t>: INCLUDE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70D5D8-B98D-BE56-C79D-742B069A7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62" y="1640370"/>
            <a:ext cx="8591551" cy="50453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406FAF-24CB-3FB2-2D26-E82614394F50}"/>
              </a:ext>
            </a:extLst>
          </p:cNvPr>
          <p:cNvSpPr txBox="1"/>
          <p:nvPr/>
        </p:nvSpPr>
        <p:spPr>
          <a:xfrm>
            <a:off x="6230815" y="2274838"/>
            <a:ext cx="5122985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rgbClr val="000000"/>
                </a:solidFill>
                <a:latin typeface="-webkit-standard"/>
              </a:rPr>
              <a:t>The temporal toggle lets you set up a </a:t>
            </a:r>
            <a:r>
              <a:rPr lang="en-US" altLang="en-US" b="1" dirty="0">
                <a:solidFill>
                  <a:srgbClr val="000000"/>
                </a:solidFill>
              </a:rPr>
              <a:t>time-based constraint</a:t>
            </a:r>
            <a:r>
              <a:rPr lang="en-US" altLang="en-US" dirty="0">
                <a:solidFill>
                  <a:srgbClr val="000000"/>
                </a:solidFill>
                <a:latin typeface="-webkit-standard"/>
              </a:rPr>
              <a:t> between two separate criteria you have already defined (Criteria 1 and Criteria 2).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US" dirty="0">
              <a:solidFill>
                <a:sysClr val="windowText" lastClr="000000"/>
              </a:solidFill>
            </a:endParaRPr>
          </a:p>
          <a:p>
            <a:r>
              <a:rPr lang="en-US" b="1" dirty="0"/>
              <a:t>Example</a:t>
            </a:r>
            <a:r>
              <a:rPr lang="en-US" dirty="0"/>
              <a:t>: If you want a cohort of participants who were diagnosed with Hypertension 30 days after they started taking a new blood pressure medication</a:t>
            </a:r>
          </a:p>
        </p:txBody>
      </p:sp>
    </p:spTree>
    <p:extLst>
      <p:ext uri="{BB962C8B-B14F-4D97-AF65-F5344CB8AC3E}">
        <p14:creationId xmlns:p14="http://schemas.microsoft.com/office/powerpoint/2010/main" val="2962507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FD6F9-8575-E5D8-F846-77C678D59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E5015-6B8F-7C56-C66A-75C166E85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Diabetes_study_group</a:t>
            </a:r>
            <a:r>
              <a:rPr lang="en-US" dirty="0"/>
              <a:t>: INCLUDE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C14B8A-1B54-126E-0694-44A31A7EF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931" y="1576387"/>
            <a:ext cx="8720138" cy="508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927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2EBC0-E944-1436-F338-B8FB280CC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B9311-D70B-06C7-9D53-874AD181F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Diabetes_study_group</a:t>
            </a:r>
            <a:r>
              <a:rPr lang="en-US" dirty="0"/>
              <a:t>: INCLUDE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A2CCD6-0D76-1720-F5D9-C3EC30F77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793" y="1551135"/>
            <a:ext cx="8634413" cy="5306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992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DC4BA-2ABE-5607-EB9F-08F68E274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FC97F-31ED-A9BB-1102-9788E8747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Diabetes_study_group</a:t>
            </a:r>
            <a:r>
              <a:rPr lang="en-US" dirty="0"/>
              <a:t>: INCLUDE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0CF7F0-BBE5-7EA1-8F24-2B536672B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255" y="1690688"/>
            <a:ext cx="9361489" cy="4978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057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3D650-D56D-B368-9894-201199C6E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5DD2-5D8C-5A64-E1B5-B26F53BD5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Diabetes_study_group</a:t>
            </a:r>
            <a:r>
              <a:rPr lang="en-US" dirty="0"/>
              <a:t>: INCLUDE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5992B9-B264-4D60-BF52-BD8B32D03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13" y="2527193"/>
            <a:ext cx="5595601" cy="24162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61B615-8C56-51A4-35BF-9718E9781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1543" y="1828801"/>
            <a:ext cx="6360458" cy="5029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6005D4-32E2-4BD4-9BA9-2BE5B48F039E}"/>
              </a:ext>
            </a:extLst>
          </p:cNvPr>
          <p:cNvSpPr txBox="1"/>
          <p:nvPr/>
        </p:nvSpPr>
        <p:spPr>
          <a:xfrm>
            <a:off x="1757363" y="2071688"/>
            <a:ext cx="486030" cy="7694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D085F6-97AC-CF6D-8E75-F520FE63638A}"/>
              </a:ext>
            </a:extLst>
          </p:cNvPr>
          <p:cNvSpPr txBox="1"/>
          <p:nvPr/>
        </p:nvSpPr>
        <p:spPr>
          <a:xfrm>
            <a:off x="8768757" y="1828801"/>
            <a:ext cx="486030" cy="7694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292228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2F93B18-532B-66A8-C7AD-3D8DDC659028}"/>
              </a:ext>
            </a:extLst>
          </p:cNvPr>
          <p:cNvSpPr txBox="1">
            <a:spLocks/>
          </p:cNvSpPr>
          <p:nvPr/>
        </p:nvSpPr>
        <p:spPr>
          <a:xfrm>
            <a:off x="1524000" y="2235200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dirty="0"/>
              <a:t>Diabetes_control_group</a:t>
            </a:r>
          </a:p>
        </p:txBody>
      </p:sp>
    </p:spTree>
    <p:extLst>
      <p:ext uri="{BB962C8B-B14F-4D97-AF65-F5344CB8AC3E}">
        <p14:creationId xmlns:p14="http://schemas.microsoft.com/office/powerpoint/2010/main" val="1351009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FAD7406-C51B-0858-F015-84EF1313E987}"/>
              </a:ext>
            </a:extLst>
          </p:cNvPr>
          <p:cNvSpPr txBox="1"/>
          <p:nvPr/>
        </p:nvSpPr>
        <p:spPr>
          <a:xfrm>
            <a:off x="1057275" y="612844"/>
            <a:ext cx="98726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4800" dirty="0"/>
              <a:t>Open previous cohort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4800" dirty="0"/>
              <a:t>Delete </a:t>
            </a:r>
            <a:r>
              <a:rPr lang="en-US" sz="4800" i="1" dirty="0"/>
              <a:t>Diabetes</a:t>
            </a:r>
            <a:r>
              <a:rPr lang="en-US" sz="4800" dirty="0"/>
              <a:t> from </a:t>
            </a:r>
            <a:r>
              <a:rPr lang="en-US" sz="4800" b="1" dirty="0"/>
              <a:t>Group 5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4800" dirty="0"/>
              <a:t>Add </a:t>
            </a:r>
            <a:r>
              <a:rPr lang="en-US" sz="4800" i="1" dirty="0"/>
              <a:t>Diabetes</a:t>
            </a:r>
            <a:r>
              <a:rPr lang="en-US" sz="4800" dirty="0"/>
              <a:t> to </a:t>
            </a:r>
            <a:r>
              <a:rPr lang="en-US" sz="4800" b="1" dirty="0"/>
              <a:t>Exclusion</a:t>
            </a:r>
            <a:endParaRPr lang="en-US" sz="4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BA34AA-A805-3E38-F3AB-CCA3F938E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512" y="2921168"/>
            <a:ext cx="4711700" cy="35878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262B3E-F1D5-2ADA-F7CB-531FECF488EA}"/>
              </a:ext>
            </a:extLst>
          </p:cNvPr>
          <p:cNvSpPr txBox="1"/>
          <p:nvPr/>
        </p:nvSpPr>
        <p:spPr>
          <a:xfrm>
            <a:off x="2185988" y="4396391"/>
            <a:ext cx="57102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Save as: Diabetes_control_group </a:t>
            </a:r>
          </a:p>
        </p:txBody>
      </p:sp>
    </p:spTree>
    <p:extLst>
      <p:ext uri="{BB962C8B-B14F-4D97-AF65-F5344CB8AC3E}">
        <p14:creationId xmlns:p14="http://schemas.microsoft.com/office/powerpoint/2010/main" val="3440320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BB92F-C7BE-88C7-F198-03E0F4A53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95C7F-31F7-3C8F-F676-C365D7A3CB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8262"/>
            <a:ext cx="9144000" cy="4181476"/>
          </a:xfrm>
        </p:spPr>
        <p:txBody>
          <a:bodyPr>
            <a:noAutofit/>
          </a:bodyPr>
          <a:lstStyle/>
          <a:p>
            <a:r>
              <a:rPr lang="en-US" sz="14900" dirty="0"/>
              <a:t>Cohort Review</a:t>
            </a:r>
          </a:p>
        </p:txBody>
      </p:sp>
    </p:spTree>
    <p:extLst>
      <p:ext uri="{BB962C8B-B14F-4D97-AF65-F5344CB8AC3E}">
        <p14:creationId xmlns:p14="http://schemas.microsoft.com/office/powerpoint/2010/main" val="468902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25456-CC68-E134-203C-140093C19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00" y="2486025"/>
            <a:ext cx="3924300" cy="2479675"/>
          </a:xfrm>
        </p:spPr>
        <p:txBody>
          <a:bodyPr>
            <a:noAutofit/>
          </a:bodyPr>
          <a:lstStyle/>
          <a:p>
            <a:r>
              <a:rPr lang="en-US" sz="2800" dirty="0"/>
              <a:t>Choose cohort details to see descriptive statistics of your cohort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FBA5D6-73B9-BE9D-0BBB-71F1B0BEF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372"/>
            <a:ext cx="6985000" cy="1371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CED047-5ABA-11FA-E553-A5BEF7C2E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302" y="59772"/>
            <a:ext cx="7631595" cy="678925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C415303A-40DE-22B8-B8AD-94D83A4C48C9}"/>
              </a:ext>
            </a:extLst>
          </p:cNvPr>
          <p:cNvSpPr/>
          <p:nvPr/>
        </p:nvSpPr>
        <p:spPr>
          <a:xfrm>
            <a:off x="3784600" y="355600"/>
            <a:ext cx="863602" cy="5715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58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3352D-94E0-A9D7-95D8-10F68ACD5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141B4-DE44-62C2-E032-B56FEEDE7E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8262"/>
            <a:ext cx="9144000" cy="4181476"/>
          </a:xfrm>
        </p:spPr>
        <p:txBody>
          <a:bodyPr>
            <a:noAutofit/>
          </a:bodyPr>
          <a:lstStyle/>
          <a:p>
            <a:r>
              <a:rPr lang="en-US" sz="14900" dirty="0"/>
              <a:t>Dataset Builder</a:t>
            </a:r>
          </a:p>
        </p:txBody>
      </p:sp>
    </p:spTree>
    <p:extLst>
      <p:ext uri="{BB962C8B-B14F-4D97-AF65-F5344CB8AC3E}">
        <p14:creationId xmlns:p14="http://schemas.microsoft.com/office/powerpoint/2010/main" val="4255801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0A1FA-F6B8-8C0D-4790-F6D398358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8431"/>
            <a:ext cx="10515600" cy="4021138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Dataset #1:</a:t>
            </a:r>
            <a:br>
              <a:rPr lang="en-US" sz="7200" dirty="0"/>
            </a:br>
            <a:br>
              <a:rPr lang="en-US" sz="7200" dirty="0"/>
            </a:br>
            <a:r>
              <a:rPr lang="en-US" sz="7200" dirty="0" err="1"/>
              <a:t>Diabetes_study_group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4172145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B6FA1-58D9-F11F-7039-AA9B102C6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78D1F-D9AF-4518-FB87-5AEBE2D49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0: select </a:t>
            </a:r>
            <a:r>
              <a:rPr lang="en-US" i="1" dirty="0"/>
              <a:t>Datasets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490BF17-84DF-21A6-0209-2AFF071F6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293" y="1274231"/>
            <a:ext cx="9777413" cy="5428263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0D1B782-A167-E12A-C3B8-C6C357EC5764}"/>
              </a:ext>
            </a:extLst>
          </p:cNvPr>
          <p:cNvSpPr/>
          <p:nvPr/>
        </p:nvSpPr>
        <p:spPr>
          <a:xfrm>
            <a:off x="3171825" y="1690688"/>
            <a:ext cx="457200" cy="46672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922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9342D-9742-CE0C-8F84-B1A0FE9B6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select cohort</a:t>
            </a:r>
            <a:br>
              <a:rPr lang="en-US" dirty="0"/>
            </a:br>
            <a:r>
              <a:rPr lang="en-US" dirty="0" err="1"/>
              <a:t>Diabetes_study_group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A28D63-E4C0-8424-5036-4D017D242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75" y="1833562"/>
            <a:ext cx="10029825" cy="4819987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9CA769C1-3339-F050-4015-403152CE6D7E}"/>
              </a:ext>
            </a:extLst>
          </p:cNvPr>
          <p:cNvSpPr/>
          <p:nvPr/>
        </p:nvSpPr>
        <p:spPr>
          <a:xfrm>
            <a:off x="1643063" y="4943475"/>
            <a:ext cx="700087" cy="65722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996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45F69-3359-CCCC-2C5F-387AA88D3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EBA88-5715-922A-6E00-FE2144FB1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</a:t>
            </a:r>
            <a:r>
              <a:rPr lang="en-US" b="1" i="1" dirty="0"/>
              <a:t>create</a:t>
            </a:r>
            <a:r>
              <a:rPr lang="en-US" dirty="0"/>
              <a:t> concept set</a:t>
            </a:r>
            <a:br>
              <a:rPr lang="en-US" dirty="0"/>
            </a:br>
            <a:r>
              <a:rPr lang="en-US" dirty="0"/>
              <a:t>survey concept set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A851EC-50DD-1022-F973-7D400BD8B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362" y="1895475"/>
            <a:ext cx="10515599" cy="460683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85742527-0473-54A5-DA84-2B74AE894126}"/>
              </a:ext>
            </a:extLst>
          </p:cNvPr>
          <p:cNvSpPr/>
          <p:nvPr/>
        </p:nvSpPr>
        <p:spPr>
          <a:xfrm>
            <a:off x="10844213" y="2200275"/>
            <a:ext cx="371475" cy="42862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148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4AB19-6E99-41F9-D9B4-7950A5944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ABF16E6-87D5-F7C0-25AE-6AB4544D211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81601" y="491318"/>
            <a:ext cx="6459940" cy="6289727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" sz="2000" dirty="0">
                <a:latin typeface="Avenir Book" panose="02000503020000020003" pitchFamily="2" charset="0"/>
              </a:rPr>
              <a:t>Variables to include in your analysis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sz="2000" dirty="0">
                <a:latin typeface="Avenir Book" panose="02000503020000020003" pitchFamily="2" charset="0"/>
              </a:rPr>
              <a:t>Describe information from medical record 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latin typeface="Avenir Book" panose="02000503020000020003" pitchFamily="2" charset="0"/>
              </a:rPr>
              <a:t>Demographics, conditions, prescription, physical measurements, etc.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sz="2000" dirty="0">
                <a:latin typeface="Avenir Book" panose="02000503020000020003" pitchFamily="2" charset="0"/>
              </a:rPr>
              <a:t>Organized into </a:t>
            </a:r>
            <a:r>
              <a:rPr lang="en-US" sz="2000" i="1" dirty="0">
                <a:latin typeface="Avenir Book" panose="02000503020000020003" pitchFamily="2" charset="0"/>
              </a:rPr>
              <a:t>concept domains </a:t>
            </a:r>
            <a:r>
              <a:rPr lang="en-US" sz="2000" dirty="0">
                <a:latin typeface="Avenir Book" panose="02000503020000020003" pitchFamily="2" charset="0"/>
              </a:rPr>
              <a:t>which are the subject areas for each concept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>
              <a:latin typeface="Avenir Book" panose="02000503020000020003" pitchFamily="2" charset="0"/>
            </a:endParaRPr>
          </a:p>
          <a:p>
            <a:pPr marL="457200" lvl="2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800" dirty="0">
              <a:latin typeface="Avenir Book" panose="02000503020000020003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125D9-FA8E-68B3-4CFB-A5FEFC3435D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48469FB-C78A-B94B-B04A-B5BC8C934F85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321EC1-A8C3-B238-9449-99A562BF28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52"/>
          <a:stretch/>
        </p:blipFill>
        <p:spPr>
          <a:xfrm>
            <a:off x="609600" y="4149569"/>
            <a:ext cx="2874409" cy="2042349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E9DAF62-6E05-51BF-000C-91874F0B6251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2920621"/>
          <a:ext cx="6428095" cy="3470009"/>
        </p:xfrm>
        <a:graphic>
          <a:graphicData uri="http://schemas.openxmlformats.org/drawingml/2006/table">
            <a:tbl>
              <a:tblPr/>
              <a:tblGrid>
                <a:gridCol w="1529842">
                  <a:extLst>
                    <a:ext uri="{9D8B030D-6E8A-4147-A177-3AD203B41FA5}">
                      <a16:colId xmlns:a16="http://schemas.microsoft.com/office/drawing/2014/main" val="2211983636"/>
                    </a:ext>
                  </a:extLst>
                </a:gridCol>
                <a:gridCol w="4898253">
                  <a:extLst>
                    <a:ext uri="{9D8B030D-6E8A-4147-A177-3AD203B41FA5}">
                      <a16:colId xmlns:a16="http://schemas.microsoft.com/office/drawing/2014/main" val="719298210"/>
                    </a:ext>
                  </a:extLst>
                </a:gridCol>
              </a:tblGrid>
              <a:tr h="2758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venir Book" panose="02000503020000020003" pitchFamily="2" charset="0"/>
                        </a:rPr>
                        <a:t>Domain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venir Book" panose="02000503020000020003" pitchFamily="2" charset="0"/>
                        </a:rPr>
                        <a:t>Description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7741599"/>
                  </a:ext>
                </a:extLst>
              </a:tr>
              <a:tr h="2758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sng" strike="noStrike" dirty="0">
                          <a:solidFill>
                            <a:srgbClr val="000000"/>
                          </a:solidFill>
                          <a:effectLst/>
                          <a:latin typeface="Avenir Book" panose="02000503020000020003" pitchFamily="2" charset="0"/>
                        </a:rPr>
                        <a:t>Conditions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venir Book" panose="02000503020000020003" pitchFamily="2" charset="0"/>
                        </a:rPr>
                        <a:t>Listed by ICD9 or ICD10 or SNOMED standard codes.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6965196"/>
                  </a:ext>
                </a:extLst>
              </a:tr>
              <a:tr h="2758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venir Book" panose="02000503020000020003" pitchFamily="2" charset="0"/>
                        </a:rPr>
                        <a:t>Procedures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venir Book" panose="02000503020000020003" pitchFamily="2" charset="0"/>
                        </a:rPr>
                        <a:t>Listed by ICD9, ICD10, CPT, or SNOMED standard codes.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423810"/>
                  </a:ext>
                </a:extLst>
              </a:tr>
              <a:tr h="47147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venir Book" panose="02000503020000020003" pitchFamily="2" charset="0"/>
                        </a:rPr>
                        <a:t>Drugs or Medications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venir Book" panose="02000503020000020003" pitchFamily="2" charset="0"/>
                        </a:rPr>
                        <a:t>Listed by ingredient and organized by therapeutic uses.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311838"/>
                  </a:ext>
                </a:extLst>
              </a:tr>
              <a:tr h="53982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venir Book" panose="02000503020000020003" pitchFamily="2" charset="0"/>
                        </a:rPr>
                        <a:t>Measurements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venir Book" panose="02000503020000020003" pitchFamily="2" charset="0"/>
                        </a:rPr>
                        <a:t>Laboratory tests and vital signs, organized in the LOINC code hierarchy.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871641"/>
                  </a:ext>
                </a:extLst>
              </a:tr>
              <a:tr h="2758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venir Book" panose="02000503020000020003" pitchFamily="2" charset="0"/>
                        </a:rPr>
                        <a:t>Visits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venir Book" panose="02000503020000020003" pitchFamily="2" charset="0"/>
                        </a:rPr>
                        <a:t>Type of facility where medical care was received (ED, OP, IP).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9946854"/>
                  </a:ext>
                </a:extLst>
              </a:tr>
              <a:tr h="53982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venir Book" panose="02000503020000020003" pitchFamily="2" charset="0"/>
                        </a:rPr>
                        <a:t>Surveys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venir Book" panose="02000503020000020003" pitchFamily="2" charset="0"/>
                        </a:rPr>
                        <a:t>Questions and associated response options for participant-completed surveys.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057304"/>
                  </a:ext>
                </a:extLst>
              </a:tr>
              <a:tr h="53982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venir Book" panose="02000503020000020003" pitchFamily="2" charset="0"/>
                        </a:rPr>
                        <a:t>Physical Measurements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venir Book" panose="02000503020000020003" pitchFamily="2" charset="0"/>
                        </a:rPr>
                        <a:t>At time of participant enrollment: BP, HR, height, weight, BMI, pregnancy, etc.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909881"/>
                  </a:ext>
                </a:extLst>
              </a:tr>
              <a:tr h="2758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venir Book" panose="02000503020000020003" pitchFamily="2" charset="0"/>
                        </a:rPr>
                        <a:t>Demographics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venir Book" panose="02000503020000020003" pitchFamily="2" charset="0"/>
                        </a:rPr>
                        <a:t>Age, gender, race, ethnicity, and deceased status.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95043"/>
                  </a:ext>
                </a:extLst>
              </a:tr>
            </a:tbl>
          </a:graphicData>
        </a:graphic>
      </p:graphicFrame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63B0490-89C9-2DEB-B409-E0985646EBD5}"/>
              </a:ext>
            </a:extLst>
          </p:cNvPr>
          <p:cNvSpPr txBox="1">
            <a:spLocks/>
          </p:cNvSpPr>
          <p:nvPr/>
        </p:nvSpPr>
        <p:spPr>
          <a:xfrm>
            <a:off x="609599" y="1678675"/>
            <a:ext cx="3201909" cy="12142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YaleNew" panose="02000602050000020003" pitchFamily="2" charset="77"/>
              </a:rPr>
              <a:t>Accessing </a:t>
            </a:r>
          </a:p>
          <a:p>
            <a:r>
              <a:rPr lang="en-US" dirty="0">
                <a:latin typeface="YaleNew" panose="02000602050000020003" pitchFamily="2" charset="77"/>
              </a:rPr>
              <a:t>Data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30B56C8-14AC-2B01-541D-5B3FF12C0C1D}"/>
              </a:ext>
            </a:extLst>
          </p:cNvPr>
          <p:cNvSpPr txBox="1">
            <a:spLocks/>
          </p:cNvSpPr>
          <p:nvPr/>
        </p:nvSpPr>
        <p:spPr>
          <a:xfrm>
            <a:off x="557872" y="3334126"/>
            <a:ext cx="3030943" cy="2667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1" kern="1200" spc="0">
                <a:solidFill>
                  <a:schemeClr val="bg1"/>
                </a:solidFill>
                <a:latin typeface="YaleNew" panose="02000602050000020003" pitchFamily="2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Concepts</a:t>
            </a:r>
          </a:p>
        </p:txBody>
      </p:sp>
    </p:spTree>
    <p:extLst>
      <p:ext uri="{BB962C8B-B14F-4D97-AF65-F5344CB8AC3E}">
        <p14:creationId xmlns:p14="http://schemas.microsoft.com/office/powerpoint/2010/main" val="22043740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A66CD-DB99-8391-A73F-46BE9A741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39D54B34-40EB-D33B-5642-1A8862DD6D5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796452" y="331334"/>
            <a:ext cx="6462952" cy="6627136"/>
          </a:xfrm>
        </p:spPr>
        <p:txBody>
          <a:bodyPr>
            <a:normAutofit/>
          </a:bodyPr>
          <a:lstStyle/>
          <a:p>
            <a:pPr algn="l"/>
            <a:r>
              <a:rPr lang="en-US" sz="1600" i="1" dirty="0">
                <a:latin typeface="Avenir Book" panose="02000503020000020003" pitchFamily="2" charset="0"/>
              </a:rPr>
              <a:t>Concept sets </a:t>
            </a:r>
            <a:r>
              <a:rPr lang="en-US" sz="1600" dirty="0">
                <a:latin typeface="Avenir Book" panose="02000503020000020003" pitchFamily="2" charset="0"/>
              </a:rPr>
              <a:t>are </a:t>
            </a:r>
            <a:r>
              <a:rPr lang="en-US" sz="1600" b="1" dirty="0">
                <a:latin typeface="Avenir Book" panose="02000503020000020003" pitchFamily="2" charset="0"/>
              </a:rPr>
              <a:t>one or more </a:t>
            </a:r>
            <a:r>
              <a:rPr lang="en-US" sz="1600" dirty="0">
                <a:latin typeface="Avenir Book" panose="02000503020000020003" pitchFamily="2" charset="0"/>
              </a:rPr>
              <a:t>concepts from a particular domain used to create the dataset for your analysis</a:t>
            </a:r>
          </a:p>
          <a:p>
            <a:pPr algn="l"/>
            <a:endParaRPr lang="en-US" sz="1600" dirty="0">
              <a:latin typeface="Georgia" panose="02040502050405020303" pitchFamily="18" charset="0"/>
            </a:endParaRPr>
          </a:p>
          <a:p>
            <a:pPr marL="0" indent="0" algn="l">
              <a:buNone/>
            </a:pPr>
            <a:endParaRPr lang="en-US" sz="1600" dirty="0">
              <a:latin typeface="Georgia" panose="02040502050405020303" pitchFamily="18" charset="0"/>
            </a:endParaRPr>
          </a:p>
          <a:p>
            <a:pPr algn="l"/>
            <a:endParaRPr lang="en-US" sz="1600" dirty="0">
              <a:latin typeface="Georgia" panose="02040502050405020303" pitchFamily="18" charset="0"/>
            </a:endParaRPr>
          </a:p>
          <a:p>
            <a:pPr algn="l"/>
            <a:endParaRPr lang="en-US" sz="1600" dirty="0">
              <a:latin typeface="Georgia" panose="02040502050405020303" pitchFamily="18" charset="0"/>
            </a:endParaRPr>
          </a:p>
          <a:p>
            <a:pPr algn="l"/>
            <a:endParaRPr lang="en-US" sz="16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en-US" sz="1600" dirty="0">
              <a:latin typeface="Georgia" panose="02040502050405020303" pitchFamily="18" charset="0"/>
            </a:endParaRPr>
          </a:p>
          <a:p>
            <a:r>
              <a:rPr lang="en-US" sz="1600" dirty="0">
                <a:latin typeface="Avenir Book" panose="02000503020000020003" pitchFamily="2" charset="0"/>
              </a:rPr>
              <a:t>The values from each concept set becomes its own table under the domain name in the analysis phase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1600" dirty="0">
              <a:latin typeface="Georgia" panose="02040502050405020303" pitchFamily="18" charset="0"/>
            </a:endParaRPr>
          </a:p>
          <a:p>
            <a:pPr marL="457200" lvl="1" indent="0">
              <a:buNone/>
            </a:pPr>
            <a:endParaRPr lang="en-US" sz="1600" dirty="0">
              <a:latin typeface="Georgia" panose="02040502050405020303" pitchFamily="18" charset="0"/>
            </a:endParaRPr>
          </a:p>
          <a:p>
            <a:pPr marL="457200" lvl="1" indent="0">
              <a:buNone/>
            </a:pPr>
            <a:endParaRPr lang="en-US" sz="1600" dirty="0">
              <a:latin typeface="Georgia" panose="02040502050405020303" pitchFamily="18" charset="0"/>
            </a:endParaRPr>
          </a:p>
          <a:p>
            <a:pPr marL="457200" lvl="1" indent="0">
              <a:buNone/>
            </a:pPr>
            <a:endParaRPr lang="en-US" sz="16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en-US" sz="1600" dirty="0">
              <a:latin typeface="Avenir Book" panose="02000503020000020003" pitchFamily="2" charset="0"/>
            </a:endParaRPr>
          </a:p>
          <a:p>
            <a:endParaRPr lang="en-US" sz="1600" dirty="0">
              <a:latin typeface="Avenir Book" panose="02000503020000020003" pitchFamily="2" charset="0"/>
            </a:endParaRPr>
          </a:p>
          <a:p>
            <a:r>
              <a:rPr lang="en-US" sz="1600" dirty="0">
                <a:latin typeface="Avenir Book" panose="02000503020000020003" pitchFamily="2" charset="0"/>
              </a:rPr>
              <a:t>Remember to include the same concepts from your cohort builder</a:t>
            </a:r>
          </a:p>
          <a:p>
            <a:endParaRPr lang="en-US" sz="900" dirty="0">
              <a:latin typeface="Avenir Book" panose="02000503020000020003" pitchFamily="2" charset="0"/>
            </a:endParaRPr>
          </a:p>
          <a:p>
            <a:r>
              <a:rPr lang="en-US" sz="1600" dirty="0">
                <a:latin typeface="Avenir Book" panose="02000503020000020003" pitchFamily="2" charset="0"/>
              </a:rPr>
              <a:t>After choosing your concept sets, select which values (columns) you’d like to keep</a:t>
            </a:r>
          </a:p>
          <a:p>
            <a:pPr marL="0" indent="0" algn="l">
              <a:buNone/>
            </a:pPr>
            <a:endParaRPr lang="en-US" sz="3000" dirty="0"/>
          </a:p>
          <a:p>
            <a:pPr marL="457200" lvl="2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3000" dirty="0"/>
          </a:p>
          <a:p>
            <a:pPr marL="457200" lvl="2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3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149C8-3745-6A9A-C266-59B70E72615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48469FB-C78A-B94B-B04A-B5BC8C934F85}" type="slidenum">
              <a:rPr lang="en-US" smtClean="0"/>
              <a:t>20</a:t>
            </a:fld>
            <a:endParaRPr lang="en-US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4B2B1051-DA87-BEEF-BB52-36720391EB0A}"/>
              </a:ext>
            </a:extLst>
          </p:cNvPr>
          <p:cNvGraphicFramePr/>
          <p:nvPr/>
        </p:nvGraphicFramePr>
        <p:xfrm>
          <a:off x="5731339" y="1038277"/>
          <a:ext cx="4022261" cy="18546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FDB3ED86-8B91-DC04-5774-68BEC305BB1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2752"/>
          <a:stretch/>
        </p:blipFill>
        <p:spPr>
          <a:xfrm>
            <a:off x="609600" y="4149569"/>
            <a:ext cx="2874409" cy="2042349"/>
          </a:xfrm>
          <a:prstGeom prst="rect">
            <a:avLst/>
          </a:prstGeom>
        </p:spPr>
      </p:pic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6DE22CF-9C59-234C-ADB7-F2A5282C1636}"/>
              </a:ext>
            </a:extLst>
          </p:cNvPr>
          <p:cNvSpPr txBox="1">
            <a:spLocks/>
          </p:cNvSpPr>
          <p:nvPr/>
        </p:nvSpPr>
        <p:spPr>
          <a:xfrm>
            <a:off x="609599" y="1678675"/>
            <a:ext cx="3201909" cy="12142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YaleNew" panose="02000602050000020003" pitchFamily="2" charset="77"/>
              </a:rPr>
              <a:t>Accessing </a:t>
            </a:r>
          </a:p>
          <a:p>
            <a:r>
              <a:rPr lang="en-US" dirty="0">
                <a:latin typeface="YaleNew" panose="02000602050000020003" pitchFamily="2" charset="77"/>
              </a:rPr>
              <a:t>Data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8DAB06A-F7DF-4757-88BF-448AB21CF2BB}"/>
              </a:ext>
            </a:extLst>
          </p:cNvPr>
          <p:cNvSpPr txBox="1">
            <a:spLocks/>
          </p:cNvSpPr>
          <p:nvPr/>
        </p:nvSpPr>
        <p:spPr>
          <a:xfrm>
            <a:off x="557872" y="3334126"/>
            <a:ext cx="3030943" cy="2667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1" kern="1200" spc="0">
                <a:solidFill>
                  <a:schemeClr val="bg1"/>
                </a:solidFill>
                <a:latin typeface="YaleNew" panose="02000602050000020003" pitchFamily="2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Concepts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7174CF-A600-B867-1BA9-AC757FED42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37892" y="3599894"/>
            <a:ext cx="7772400" cy="161260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9326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>
            <a:spLocks noGrp="1"/>
          </p:cNvSpPr>
          <p:nvPr>
            <p:ph type="title"/>
          </p:nvPr>
        </p:nvSpPr>
        <p:spPr>
          <a:xfrm>
            <a:off x="609600" y="551286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>
                <a:latin typeface="YaleNew" panose="02000602050000020003" pitchFamily="2" charset="77"/>
              </a:rPr>
              <a:t>Concept Hierarchy for </a:t>
            </a:r>
            <a:r>
              <a:rPr lang="en" u="sng" dirty="0">
                <a:latin typeface="YaleNew" panose="02000602050000020003" pitchFamily="2" charset="77"/>
              </a:rPr>
              <a:t>Condition</a:t>
            </a:r>
            <a:r>
              <a:rPr lang="en" dirty="0">
                <a:latin typeface="YaleNew" panose="02000602050000020003" pitchFamily="2" charset="77"/>
              </a:rPr>
              <a:t> “Atrial fibrillation”</a:t>
            </a:r>
            <a:endParaRPr dirty="0">
              <a:latin typeface="YaleNew" panose="02000602050000020003" pitchFamily="2" charset="77"/>
            </a:endParaRPr>
          </a:p>
        </p:txBody>
      </p:sp>
      <p:sp>
        <p:nvSpPr>
          <p:cNvPr id="148" name="Google Shape;148;p2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21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13AC52-7127-1CCC-2B80-26244336CB18}"/>
              </a:ext>
            </a:extLst>
          </p:cNvPr>
          <p:cNvSpPr txBox="1"/>
          <p:nvPr/>
        </p:nvSpPr>
        <p:spPr>
          <a:xfrm>
            <a:off x="9283700" y="1820106"/>
            <a:ext cx="263521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General: </a:t>
            </a:r>
          </a:p>
          <a:p>
            <a:pPr algn="ctr"/>
            <a:r>
              <a:rPr lang="en-US" dirty="0">
                <a:latin typeface="Avenir Book" panose="02000503020000020003" pitchFamily="2" charset="0"/>
              </a:rPr>
              <a:t>a larger pool of patients </a:t>
            </a:r>
          </a:p>
          <a:p>
            <a:pPr algn="ctr"/>
            <a:endParaRPr lang="en-US" dirty="0">
              <a:latin typeface="Avenir Book" panose="02000503020000020003" pitchFamily="2" charset="0"/>
            </a:endParaRPr>
          </a:p>
          <a:p>
            <a:pPr algn="ctr"/>
            <a:endParaRPr lang="en-US" dirty="0">
              <a:latin typeface="Avenir Book" panose="02000503020000020003" pitchFamily="2" charset="0"/>
            </a:endParaRPr>
          </a:p>
          <a:p>
            <a:pPr algn="ctr"/>
            <a:endParaRPr lang="en-US" dirty="0">
              <a:latin typeface="Avenir Book" panose="02000503020000020003" pitchFamily="2" charset="0"/>
            </a:endParaRPr>
          </a:p>
          <a:p>
            <a:pPr algn="ctr"/>
            <a:endParaRPr lang="en-US" dirty="0">
              <a:latin typeface="Avenir Book" panose="02000503020000020003" pitchFamily="2" charset="0"/>
            </a:endParaRPr>
          </a:p>
          <a:p>
            <a:pPr algn="ctr"/>
            <a:endParaRPr lang="en-US" dirty="0">
              <a:latin typeface="Avenir Book" panose="02000503020000020003" pitchFamily="2" charset="0"/>
            </a:endParaRPr>
          </a:p>
          <a:p>
            <a:pPr algn="ctr"/>
            <a:endParaRPr lang="en-US" dirty="0">
              <a:latin typeface="Avenir Book" panose="02000503020000020003" pitchFamily="2" charset="0"/>
            </a:endParaRPr>
          </a:p>
          <a:p>
            <a:pPr algn="ctr"/>
            <a:endParaRPr lang="en-US" dirty="0">
              <a:latin typeface="Avenir Book" panose="02000503020000020003" pitchFamily="2" charset="0"/>
            </a:endParaRPr>
          </a:p>
          <a:p>
            <a:pPr algn="ctr"/>
            <a:endParaRPr lang="en-US" dirty="0">
              <a:latin typeface="Avenir Book" panose="02000503020000020003" pitchFamily="2" charset="0"/>
            </a:endParaRPr>
          </a:p>
          <a:p>
            <a:pPr algn="ctr"/>
            <a:endParaRPr lang="en-US" dirty="0">
              <a:latin typeface="Avenir Book" panose="02000503020000020003" pitchFamily="2" charset="0"/>
            </a:endParaRPr>
          </a:p>
          <a:p>
            <a:pPr algn="ctr"/>
            <a:endParaRPr lang="en-US" dirty="0">
              <a:latin typeface="Avenir Book" panose="02000503020000020003" pitchFamily="2" charset="0"/>
            </a:endParaRPr>
          </a:p>
          <a:p>
            <a:pPr algn="ctr"/>
            <a:endParaRPr lang="en-US" dirty="0">
              <a:latin typeface="Avenir Book" panose="02000503020000020003" pitchFamily="2" charset="0"/>
            </a:endParaRPr>
          </a:p>
          <a:p>
            <a:pPr algn="ctr"/>
            <a:r>
              <a:rPr lang="en-US" dirty="0">
                <a:latin typeface="Avenir Book" panose="02000503020000020003" pitchFamily="2" charset="0"/>
              </a:rPr>
              <a:t>Specific: </a:t>
            </a:r>
          </a:p>
          <a:p>
            <a:pPr algn="ctr"/>
            <a:r>
              <a:rPr lang="en-US" dirty="0">
                <a:latin typeface="Avenir Book" panose="02000503020000020003" pitchFamily="2" charset="0"/>
              </a:rPr>
              <a:t>smaller pool of patients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927722D-5070-80BA-E126-B8B125CFEB3C}"/>
              </a:ext>
            </a:extLst>
          </p:cNvPr>
          <p:cNvGraphicFramePr/>
          <p:nvPr/>
        </p:nvGraphicFramePr>
        <p:xfrm>
          <a:off x="1027446" y="125193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F36E9F8-AA86-111D-FFCE-3BF26F5E783C}"/>
              </a:ext>
            </a:extLst>
          </p:cNvPr>
          <p:cNvCxnSpPr>
            <a:cxnSpLocks/>
          </p:cNvCxnSpPr>
          <p:nvPr/>
        </p:nvCxnSpPr>
        <p:spPr>
          <a:xfrm>
            <a:off x="10573555" y="2552131"/>
            <a:ext cx="0" cy="2612297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696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ADBAC-1381-16F3-E04A-460B5C9FD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4DF55-9ED3-871F-4D87-4B8D5C3F4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</a:t>
            </a:r>
            <a:r>
              <a:rPr lang="en-US" b="1" i="1" dirty="0"/>
              <a:t>create</a:t>
            </a:r>
            <a:r>
              <a:rPr lang="en-US" dirty="0"/>
              <a:t> concept set</a:t>
            </a:r>
            <a:br>
              <a:rPr lang="en-US" dirty="0"/>
            </a:br>
            <a:r>
              <a:rPr lang="en-US" dirty="0"/>
              <a:t>survey concept set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0013E1-044A-6369-88B2-59B821B2C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61" y="1690687"/>
            <a:ext cx="11300873" cy="1085849"/>
          </a:xfrm>
          <a:prstGeom prst="rect">
            <a:avLst/>
          </a:prstGeom>
        </p:spPr>
      </p:pic>
      <p:pic>
        <p:nvPicPr>
          <p:cNvPr id="10" name="Picture 9" descr="A screenshot of a survey&#10;&#10;AI-generated content may be incorrect.">
            <a:extLst>
              <a:ext uri="{FF2B5EF4-FFF2-40B4-BE49-F238E27FC236}">
                <a16:creationId xmlns:a16="http://schemas.microsoft.com/office/drawing/2014/main" id="{526F6FAC-C89D-D405-1584-F4ABF0D068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61" y="2943224"/>
            <a:ext cx="3276601" cy="35496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6E66B3-2FE0-CC17-010A-8EF26EB85D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3831" y="3002755"/>
            <a:ext cx="7730903" cy="3430588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7D45681F-63F6-8907-6DF6-68B2D4713545}"/>
              </a:ext>
            </a:extLst>
          </p:cNvPr>
          <p:cNvSpPr/>
          <p:nvPr/>
        </p:nvSpPr>
        <p:spPr>
          <a:xfrm>
            <a:off x="4043363" y="4775201"/>
            <a:ext cx="385762" cy="4492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CF590B9-B676-CA53-F601-824077D25EC8}"/>
              </a:ext>
            </a:extLst>
          </p:cNvPr>
          <p:cNvSpPr/>
          <p:nvPr/>
        </p:nvSpPr>
        <p:spPr>
          <a:xfrm>
            <a:off x="4038596" y="5299083"/>
            <a:ext cx="385762" cy="4492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46212B-32DC-8D67-A8A1-F5198B204591}"/>
              </a:ext>
            </a:extLst>
          </p:cNvPr>
          <p:cNvSpPr txBox="1"/>
          <p:nvPr/>
        </p:nvSpPr>
        <p:spPr>
          <a:xfrm>
            <a:off x="4972050" y="1690686"/>
            <a:ext cx="4587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FAC4CC-0003-8B84-961A-F75908B4BC3C}"/>
              </a:ext>
            </a:extLst>
          </p:cNvPr>
          <p:cNvSpPr txBox="1"/>
          <p:nvPr/>
        </p:nvSpPr>
        <p:spPr>
          <a:xfrm>
            <a:off x="2781300" y="2776536"/>
            <a:ext cx="4587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437CC5-8EDC-21B2-382F-9999454A14D0}"/>
              </a:ext>
            </a:extLst>
          </p:cNvPr>
          <p:cNvSpPr txBox="1"/>
          <p:nvPr/>
        </p:nvSpPr>
        <p:spPr>
          <a:xfrm>
            <a:off x="5828511" y="2943224"/>
            <a:ext cx="4587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3</a:t>
            </a:r>
          </a:p>
        </p:txBody>
      </p:sp>
      <p:pic>
        <p:nvPicPr>
          <p:cNvPr id="18" name="Picture 17" descr="A screenshot of a survey&#10;&#10;AI-generated content may be incorrect.">
            <a:extLst>
              <a:ext uri="{FF2B5EF4-FFF2-40B4-BE49-F238E27FC236}">
                <a16:creationId xmlns:a16="http://schemas.microsoft.com/office/drawing/2014/main" id="{CAD7882F-3064-8CB1-E267-D1A3D84E22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4439" y="3484422"/>
            <a:ext cx="2933700" cy="27432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AA377EA-B1B2-65CA-59E5-02BF1A9FA3DE}"/>
              </a:ext>
            </a:extLst>
          </p:cNvPr>
          <p:cNvSpPr txBox="1"/>
          <p:nvPr/>
        </p:nvSpPr>
        <p:spPr>
          <a:xfrm>
            <a:off x="10638636" y="4630814"/>
            <a:ext cx="4587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601277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0569D-783B-8D8D-4A68-DAE9783ED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76723-0771-B338-23DC-E1CEFC226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</a:t>
            </a:r>
            <a:r>
              <a:rPr lang="en-US" b="1" i="1" dirty="0"/>
              <a:t>select</a:t>
            </a:r>
            <a:r>
              <a:rPr lang="en-US" dirty="0"/>
              <a:t> concept set</a:t>
            </a:r>
            <a:br>
              <a:rPr lang="en-US" dirty="0"/>
            </a:br>
            <a:r>
              <a:rPr lang="en-US" dirty="0"/>
              <a:t>Demographics and </a:t>
            </a:r>
            <a:r>
              <a:rPr lang="en-US" dirty="0" err="1"/>
              <a:t>PTSD_survey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CCD932-36AB-2063-0552-FC5D00295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75" y="1583665"/>
            <a:ext cx="6487566" cy="2865171"/>
          </a:xfrm>
          <a:prstGeom prst="rect">
            <a:avLst/>
          </a:prstGeom>
        </p:spPr>
      </p:pic>
      <p:pic>
        <p:nvPicPr>
          <p:cNvPr id="7" name="Picture 6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1A93AB5B-E85B-93A6-9621-BFD7176AA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374" y="4448836"/>
            <a:ext cx="6487565" cy="191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5420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B9A38-7970-A101-7357-983D72505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7982D-6DDA-1FA2-18F5-A267E42E5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20438" cy="1325563"/>
          </a:xfrm>
        </p:spPr>
        <p:txBody>
          <a:bodyPr/>
          <a:lstStyle/>
          <a:p>
            <a:r>
              <a:rPr lang="en-US" dirty="0"/>
              <a:t>Step 3 and 4: select values and </a:t>
            </a:r>
            <a:r>
              <a:rPr lang="en-US" b="1" i="1" dirty="0"/>
              <a:t>Preview Table!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5ABDA1-7B16-F9D7-D621-480FF5DB7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487" y="1372182"/>
            <a:ext cx="7119938" cy="34363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1419CE-DF2C-E5AE-0885-F19621A537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9" y="4722813"/>
            <a:ext cx="11154729" cy="13255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7983EC-F690-85DB-E2A5-F38CFFB6225C}"/>
              </a:ext>
            </a:extLst>
          </p:cNvPr>
          <p:cNvSpPr txBox="1"/>
          <p:nvPr/>
        </p:nvSpPr>
        <p:spPr>
          <a:xfrm>
            <a:off x="330993" y="5815598"/>
            <a:ext cx="11530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Then Save! </a:t>
            </a:r>
            <a:r>
              <a:rPr lang="en-US" sz="4800" b="1" i="1" dirty="0" err="1"/>
              <a:t>Diabetes_study_dataset</a:t>
            </a:r>
            <a:endParaRPr lang="en-US" sz="4800" b="1" i="1" dirty="0"/>
          </a:p>
        </p:txBody>
      </p:sp>
    </p:spTree>
    <p:extLst>
      <p:ext uri="{BB962C8B-B14F-4D97-AF65-F5344CB8AC3E}">
        <p14:creationId xmlns:p14="http://schemas.microsoft.com/office/powerpoint/2010/main" val="34524178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575BB-32F9-63A3-0D7B-1DD543B5F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AB53B-8F5E-895B-B7AF-EDC9C4B16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8431"/>
            <a:ext cx="10515600" cy="4021138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Dataset #2:</a:t>
            </a:r>
            <a:br>
              <a:rPr lang="en-US" sz="7200" dirty="0"/>
            </a:br>
            <a:br>
              <a:rPr lang="en-US" sz="7200" dirty="0"/>
            </a:br>
            <a:r>
              <a:rPr lang="en-US" sz="7200" dirty="0"/>
              <a:t>Diabetes_control_group</a:t>
            </a:r>
          </a:p>
        </p:txBody>
      </p:sp>
    </p:spTree>
    <p:extLst>
      <p:ext uri="{BB962C8B-B14F-4D97-AF65-F5344CB8AC3E}">
        <p14:creationId xmlns:p14="http://schemas.microsoft.com/office/powerpoint/2010/main" val="16507916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44595-C53C-7AE1-1EA2-3F1AC6ACA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02386-D946-1901-D5D5-9F22B2669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select cohort</a:t>
            </a:r>
            <a:br>
              <a:rPr lang="en-US" dirty="0"/>
            </a:br>
            <a:r>
              <a:rPr lang="en-US" dirty="0" err="1"/>
              <a:t>Diabetes_study_group</a:t>
            </a:r>
            <a:endParaRPr lang="en-US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2E36D4-12B3-BC57-E4E7-1359F8D60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886" y="1876425"/>
            <a:ext cx="9726613" cy="474551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533EDD64-7784-9F6A-5AF7-756F7F0FCD4F}"/>
              </a:ext>
            </a:extLst>
          </p:cNvPr>
          <p:cNvSpPr/>
          <p:nvPr/>
        </p:nvSpPr>
        <p:spPr>
          <a:xfrm>
            <a:off x="1471612" y="4985543"/>
            <a:ext cx="700087" cy="65722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0789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E58DC-0164-AEE0-CF89-1002F77F1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CBEC4-4A95-187A-27B7-1376D3573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</a:t>
            </a:r>
            <a:r>
              <a:rPr lang="en-US" b="1" i="1" dirty="0"/>
              <a:t>select</a:t>
            </a:r>
            <a:r>
              <a:rPr lang="en-US" dirty="0"/>
              <a:t> concept set</a:t>
            </a:r>
            <a:br>
              <a:rPr lang="en-US" dirty="0"/>
            </a:br>
            <a:r>
              <a:rPr lang="en-US" dirty="0"/>
              <a:t>Demographics and </a:t>
            </a:r>
            <a:r>
              <a:rPr lang="en-US" dirty="0" err="1"/>
              <a:t>PTSD_survey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078851-01AA-11E4-010A-D2251C445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75" y="1583665"/>
            <a:ext cx="6487566" cy="2865171"/>
          </a:xfrm>
          <a:prstGeom prst="rect">
            <a:avLst/>
          </a:prstGeom>
        </p:spPr>
      </p:pic>
      <p:pic>
        <p:nvPicPr>
          <p:cNvPr id="7" name="Picture 6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C03FB75F-4AD5-654A-6E23-FEF19322B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374" y="4448836"/>
            <a:ext cx="6487565" cy="191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14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E6F6D-7821-157D-D475-D1D78CD88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6B389-537D-EBE9-2233-5F71C4AC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20438" cy="1325563"/>
          </a:xfrm>
        </p:spPr>
        <p:txBody>
          <a:bodyPr/>
          <a:lstStyle/>
          <a:p>
            <a:r>
              <a:rPr lang="en-US" dirty="0"/>
              <a:t>Step 3 and 4: select values and </a:t>
            </a:r>
            <a:r>
              <a:rPr lang="en-US" b="1" i="1" dirty="0"/>
              <a:t>Preview Table!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D1442E-EA8E-F8CF-22E9-3282443E4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487" y="1372182"/>
            <a:ext cx="7119938" cy="34363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B555E0-4953-5910-3DF3-44D7B01E5F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9" y="4722813"/>
            <a:ext cx="11154729" cy="13255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028BE6-8699-1818-18EB-60B66385DE0F}"/>
              </a:ext>
            </a:extLst>
          </p:cNvPr>
          <p:cNvSpPr txBox="1"/>
          <p:nvPr/>
        </p:nvSpPr>
        <p:spPr>
          <a:xfrm>
            <a:off x="330993" y="5815598"/>
            <a:ext cx="11530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Then Save! </a:t>
            </a:r>
            <a:r>
              <a:rPr lang="en-US" sz="4800" b="1" i="1" dirty="0" err="1"/>
              <a:t>Diabetes_control_dataset</a:t>
            </a:r>
            <a:endParaRPr lang="en-US" sz="4800" b="1" i="1" dirty="0"/>
          </a:p>
        </p:txBody>
      </p:sp>
    </p:spTree>
    <p:extLst>
      <p:ext uri="{BB962C8B-B14F-4D97-AF65-F5344CB8AC3E}">
        <p14:creationId xmlns:p14="http://schemas.microsoft.com/office/powerpoint/2010/main" val="23902886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C90A6-8953-B8E0-2FC5-15E3E3086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9BFD7-D93C-BBF2-9CE2-EE2F8D53A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83631"/>
            <a:ext cx="9144000" cy="2090738"/>
          </a:xfrm>
        </p:spPr>
        <p:txBody>
          <a:bodyPr>
            <a:noAutofit/>
          </a:bodyPr>
          <a:lstStyle/>
          <a:p>
            <a:r>
              <a:rPr lang="en-US" sz="14900" dirty="0"/>
              <a:t>Analyze</a:t>
            </a:r>
          </a:p>
        </p:txBody>
      </p:sp>
    </p:spTree>
    <p:extLst>
      <p:ext uri="{BB962C8B-B14F-4D97-AF65-F5344CB8AC3E}">
        <p14:creationId xmlns:p14="http://schemas.microsoft.com/office/powerpoint/2010/main" val="765256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d8cbebb-2139-4df8-b411-4e3e87abeb5c}" enabled="0" method="" siteId="{dd8cbebb-2139-4df8-b411-4e3e87abeb5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1509</TotalTime>
  <Words>822</Words>
  <Application>Microsoft Macintosh PowerPoint</Application>
  <PresentationFormat>Widescreen</PresentationFormat>
  <Paragraphs>174</Paragraphs>
  <Slides>29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-webkit-standard</vt:lpstr>
      <vt:lpstr>Aptos</vt:lpstr>
      <vt:lpstr>Aptos Display</vt:lpstr>
      <vt:lpstr>Arial</vt:lpstr>
      <vt:lpstr>Avenir Book</vt:lpstr>
      <vt:lpstr>Courier New</vt:lpstr>
      <vt:lpstr>Georgia</vt:lpstr>
      <vt:lpstr>YaleNew</vt:lpstr>
      <vt:lpstr>Office Theme</vt:lpstr>
      <vt:lpstr>Cohort Builder</vt:lpstr>
      <vt:lpstr>PowerPoint Presentation</vt:lpstr>
      <vt:lpstr>Diabetes_study_group</vt:lpstr>
      <vt:lpstr>Diabetes_study_group: INCLUDE</vt:lpstr>
      <vt:lpstr>Diabetes_study_group: INCLUDE</vt:lpstr>
      <vt:lpstr>Diabetes_study_group: INCLUDE</vt:lpstr>
      <vt:lpstr>Diabetes_study_group: INCLUDE</vt:lpstr>
      <vt:lpstr>Diabetes_study_group: INCLUDE</vt:lpstr>
      <vt:lpstr>Diabetes_study_group: INCLUDE</vt:lpstr>
      <vt:lpstr>PowerPoint Presentation</vt:lpstr>
      <vt:lpstr>PowerPoint Presentation</vt:lpstr>
      <vt:lpstr>Cohort Review</vt:lpstr>
      <vt:lpstr>Choose cohort details to see descriptive statistics of your cohort</vt:lpstr>
      <vt:lpstr>Dataset Builder</vt:lpstr>
      <vt:lpstr>Dataset #1:  Diabetes_study_group</vt:lpstr>
      <vt:lpstr>Step 0: select Datasets</vt:lpstr>
      <vt:lpstr>Step 1: select cohort Diabetes_study_group</vt:lpstr>
      <vt:lpstr>Step 2: create concept set survey concept set</vt:lpstr>
      <vt:lpstr>PowerPoint Presentation</vt:lpstr>
      <vt:lpstr>PowerPoint Presentation</vt:lpstr>
      <vt:lpstr>Concept Hierarchy for Condition “Atrial fibrillation”</vt:lpstr>
      <vt:lpstr>Step 2: create concept set survey concept set</vt:lpstr>
      <vt:lpstr>Step 2: select concept set Demographics and PTSD_survey</vt:lpstr>
      <vt:lpstr>Step 3 and 4: select values and Preview Table!</vt:lpstr>
      <vt:lpstr>Dataset #2:  Diabetes_control_group</vt:lpstr>
      <vt:lpstr>Step 1: select cohort Diabetes_study_group</vt:lpstr>
      <vt:lpstr>Step 2: select concept set Demographics and PTSD_survey</vt:lpstr>
      <vt:lpstr>Step 3 and 4: select values and Preview Table!</vt:lpstr>
      <vt:lpstr>Analyze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Wegener, Maximilian</dc:creator>
  <cp:lastModifiedBy>Wegener, Maximilian</cp:lastModifiedBy>
  <cp:revision>2</cp:revision>
  <dcterms:created xsi:type="dcterms:W3CDTF">2025-10-29T14:22:00Z</dcterms:created>
  <dcterms:modified xsi:type="dcterms:W3CDTF">2025-11-18T16:32:50Z</dcterms:modified>
</cp:coreProperties>
</file>